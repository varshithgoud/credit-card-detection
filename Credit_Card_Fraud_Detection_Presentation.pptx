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1618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1FBF98-CEA5-490E-8248-EA2626EA1CE3}" type="doc">
      <dgm:prSet loTypeId="urn:microsoft.com/office/officeart/2005/8/layout/matrix3" loCatId="matrix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803F9B2-5402-498B-B612-697973B3256E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Goal</a:t>
          </a:r>
          <a:r>
            <a:rPr lang="en-US" dirty="0">
              <a:solidFill>
                <a:schemeClr val="tx1"/>
              </a:solidFill>
            </a:rPr>
            <a:t>: Detect fraudulent credit card transactions.</a:t>
          </a:r>
        </a:p>
      </dgm:t>
    </dgm:pt>
    <dgm:pt modelId="{CA48BF17-39EA-4592-B140-F299DC27FD6C}" type="parTrans" cxnId="{256047F0-A5F3-4A8C-B46D-ED6A00358B93}">
      <dgm:prSet/>
      <dgm:spPr/>
      <dgm:t>
        <a:bodyPr/>
        <a:lstStyle/>
        <a:p>
          <a:endParaRPr lang="en-US"/>
        </a:p>
      </dgm:t>
    </dgm:pt>
    <dgm:pt modelId="{43B52B17-B604-4022-A56C-EC4AEF7E851C}" type="sibTrans" cxnId="{256047F0-A5F3-4A8C-B46D-ED6A00358B93}">
      <dgm:prSet/>
      <dgm:spPr/>
      <dgm:t>
        <a:bodyPr/>
        <a:lstStyle/>
        <a:p>
          <a:endParaRPr lang="en-US"/>
        </a:p>
      </dgm:t>
    </dgm:pt>
    <dgm:pt modelId="{033943EF-3B9C-437E-8B56-57EC6E131867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Motivation</a:t>
          </a:r>
          <a:r>
            <a:rPr lang="en-US" dirty="0">
              <a:solidFill>
                <a:schemeClr val="tx1"/>
              </a:solidFill>
            </a:rPr>
            <a:t>: Real-world impact of credit card fraud.</a:t>
          </a:r>
        </a:p>
      </dgm:t>
    </dgm:pt>
    <dgm:pt modelId="{6FB0F9CA-0729-41CA-B605-AAB62078BD92}" type="parTrans" cxnId="{9313C684-482A-4C2A-8120-D8AB0A652241}">
      <dgm:prSet/>
      <dgm:spPr/>
      <dgm:t>
        <a:bodyPr/>
        <a:lstStyle/>
        <a:p>
          <a:endParaRPr lang="en-US"/>
        </a:p>
      </dgm:t>
    </dgm:pt>
    <dgm:pt modelId="{F3A5E3B6-9709-4C03-9759-76D06DC30F97}" type="sibTrans" cxnId="{9313C684-482A-4C2A-8120-D8AB0A652241}">
      <dgm:prSet/>
      <dgm:spPr/>
      <dgm:t>
        <a:bodyPr/>
        <a:lstStyle/>
        <a:p>
          <a:endParaRPr lang="en-US"/>
        </a:p>
      </dgm:t>
    </dgm:pt>
    <dgm:pt modelId="{2E6210FD-FDD8-48A3-B44C-E1D8429C394D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Approach</a:t>
          </a:r>
          <a:r>
            <a:rPr lang="en-US" dirty="0">
              <a:solidFill>
                <a:schemeClr val="tx1"/>
              </a:solidFill>
            </a:rPr>
            <a:t>: Data preprocessing → SMOTE → Model training → Evaluation.</a:t>
          </a:r>
        </a:p>
      </dgm:t>
    </dgm:pt>
    <dgm:pt modelId="{2943BCBC-85CA-412D-90BA-15BC6A11100C}" type="parTrans" cxnId="{C2CF15AC-B3A0-41EF-BE49-E14B2697F73C}">
      <dgm:prSet/>
      <dgm:spPr/>
      <dgm:t>
        <a:bodyPr/>
        <a:lstStyle/>
        <a:p>
          <a:endParaRPr lang="en-US"/>
        </a:p>
      </dgm:t>
    </dgm:pt>
    <dgm:pt modelId="{9E97F7BC-787E-4BA0-9994-E09D649512BC}" type="sibTrans" cxnId="{C2CF15AC-B3A0-41EF-BE49-E14B2697F73C}">
      <dgm:prSet/>
      <dgm:spPr/>
      <dgm:t>
        <a:bodyPr/>
        <a:lstStyle/>
        <a:p>
          <a:endParaRPr lang="en-US"/>
        </a:p>
      </dgm:t>
    </dgm:pt>
    <dgm:pt modelId="{2635C471-1EFB-4D27-803A-4BA575E64A0B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Tools</a:t>
          </a:r>
          <a:r>
            <a:rPr lang="en-US" dirty="0">
              <a:solidFill>
                <a:schemeClr val="tx1"/>
              </a:solidFill>
            </a:rPr>
            <a:t>: Python, scikit-learn, Pandas, Matplotlib.</a:t>
          </a:r>
        </a:p>
      </dgm:t>
    </dgm:pt>
    <dgm:pt modelId="{A17189B2-1E6A-4A63-8A26-50C53A49F133}" type="parTrans" cxnId="{890B3C0C-C45C-484C-9572-952E5DDE5055}">
      <dgm:prSet/>
      <dgm:spPr/>
      <dgm:t>
        <a:bodyPr/>
        <a:lstStyle/>
        <a:p>
          <a:endParaRPr lang="en-US"/>
        </a:p>
      </dgm:t>
    </dgm:pt>
    <dgm:pt modelId="{3BF0828F-9112-4CA4-8953-A7C406167C6C}" type="sibTrans" cxnId="{890B3C0C-C45C-484C-9572-952E5DDE5055}">
      <dgm:prSet/>
      <dgm:spPr/>
      <dgm:t>
        <a:bodyPr/>
        <a:lstStyle/>
        <a:p>
          <a:endParaRPr lang="en-US"/>
        </a:p>
      </dgm:t>
    </dgm:pt>
    <dgm:pt modelId="{C857E2E9-80A9-4A4A-8361-561B9C3D062A}" type="pres">
      <dgm:prSet presAssocID="{9D1FBF98-CEA5-490E-8248-EA2626EA1CE3}" presName="matrix" presStyleCnt="0">
        <dgm:presLayoutVars>
          <dgm:chMax val="1"/>
          <dgm:dir/>
          <dgm:resizeHandles val="exact"/>
        </dgm:presLayoutVars>
      </dgm:prSet>
      <dgm:spPr/>
    </dgm:pt>
    <dgm:pt modelId="{EB74BF8E-A7A9-4C40-A628-D70E66671836}" type="pres">
      <dgm:prSet presAssocID="{9D1FBF98-CEA5-490E-8248-EA2626EA1CE3}" presName="diamond" presStyleLbl="bgShp" presStyleIdx="0" presStyleCnt="1"/>
      <dgm:spPr/>
    </dgm:pt>
    <dgm:pt modelId="{F3422E60-225F-4B0D-A0B9-4A859CFC978B}" type="pres">
      <dgm:prSet presAssocID="{9D1FBF98-CEA5-490E-8248-EA2626EA1CE3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0AB3E4B-0FF0-4E01-B862-3EB43684A009}" type="pres">
      <dgm:prSet presAssocID="{9D1FBF98-CEA5-490E-8248-EA2626EA1CE3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3CA15CFC-8B24-41BB-B0DB-C66BAA167A93}" type="pres">
      <dgm:prSet presAssocID="{9D1FBF98-CEA5-490E-8248-EA2626EA1CE3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C9C671F7-8464-4ECF-AAD9-CA16955960E3}" type="pres">
      <dgm:prSet presAssocID="{9D1FBF98-CEA5-490E-8248-EA2626EA1CE3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8425F03-6080-4773-91E0-C1EE586DC7EF}" type="presOf" srcId="{2635C471-1EFB-4D27-803A-4BA575E64A0B}" destId="{C9C671F7-8464-4ECF-AAD9-CA16955960E3}" srcOrd="0" destOrd="0" presId="urn:microsoft.com/office/officeart/2005/8/layout/matrix3"/>
    <dgm:cxn modelId="{890B3C0C-C45C-484C-9572-952E5DDE5055}" srcId="{9D1FBF98-CEA5-490E-8248-EA2626EA1CE3}" destId="{2635C471-1EFB-4D27-803A-4BA575E64A0B}" srcOrd="3" destOrd="0" parTransId="{A17189B2-1E6A-4A63-8A26-50C53A49F133}" sibTransId="{3BF0828F-9112-4CA4-8953-A7C406167C6C}"/>
    <dgm:cxn modelId="{EA498D63-478E-4661-8322-E6A238D2E286}" type="presOf" srcId="{9D1FBF98-CEA5-490E-8248-EA2626EA1CE3}" destId="{C857E2E9-80A9-4A4A-8361-561B9C3D062A}" srcOrd="0" destOrd="0" presId="urn:microsoft.com/office/officeart/2005/8/layout/matrix3"/>
    <dgm:cxn modelId="{9313C684-482A-4C2A-8120-D8AB0A652241}" srcId="{9D1FBF98-CEA5-490E-8248-EA2626EA1CE3}" destId="{033943EF-3B9C-437E-8B56-57EC6E131867}" srcOrd="1" destOrd="0" parTransId="{6FB0F9CA-0729-41CA-B605-AAB62078BD92}" sibTransId="{F3A5E3B6-9709-4C03-9759-76D06DC30F97}"/>
    <dgm:cxn modelId="{89D3DC96-EC15-4E2F-8E03-B9EA5146AFEA}" type="presOf" srcId="{2E6210FD-FDD8-48A3-B44C-E1D8429C394D}" destId="{3CA15CFC-8B24-41BB-B0DB-C66BAA167A93}" srcOrd="0" destOrd="0" presId="urn:microsoft.com/office/officeart/2005/8/layout/matrix3"/>
    <dgm:cxn modelId="{C2CF15AC-B3A0-41EF-BE49-E14B2697F73C}" srcId="{9D1FBF98-CEA5-490E-8248-EA2626EA1CE3}" destId="{2E6210FD-FDD8-48A3-B44C-E1D8429C394D}" srcOrd="2" destOrd="0" parTransId="{2943BCBC-85CA-412D-90BA-15BC6A11100C}" sibTransId="{9E97F7BC-787E-4BA0-9994-E09D649512BC}"/>
    <dgm:cxn modelId="{A14D46EC-96D2-4FDE-B0FD-AAC3A52013E4}" type="presOf" srcId="{E803F9B2-5402-498B-B612-697973B3256E}" destId="{F3422E60-225F-4B0D-A0B9-4A859CFC978B}" srcOrd="0" destOrd="0" presId="urn:microsoft.com/office/officeart/2005/8/layout/matrix3"/>
    <dgm:cxn modelId="{91AE3BEF-C175-4251-8AFD-10AD6419DD2D}" type="presOf" srcId="{033943EF-3B9C-437E-8B56-57EC6E131867}" destId="{C0AB3E4B-0FF0-4E01-B862-3EB43684A009}" srcOrd="0" destOrd="0" presId="urn:microsoft.com/office/officeart/2005/8/layout/matrix3"/>
    <dgm:cxn modelId="{256047F0-A5F3-4A8C-B46D-ED6A00358B93}" srcId="{9D1FBF98-CEA5-490E-8248-EA2626EA1CE3}" destId="{E803F9B2-5402-498B-B612-697973B3256E}" srcOrd="0" destOrd="0" parTransId="{CA48BF17-39EA-4592-B140-F299DC27FD6C}" sibTransId="{43B52B17-B604-4022-A56C-EC4AEF7E851C}"/>
    <dgm:cxn modelId="{6B6B6500-D438-485D-B4CB-207BDC56AA2E}" type="presParOf" srcId="{C857E2E9-80A9-4A4A-8361-561B9C3D062A}" destId="{EB74BF8E-A7A9-4C40-A628-D70E66671836}" srcOrd="0" destOrd="0" presId="urn:microsoft.com/office/officeart/2005/8/layout/matrix3"/>
    <dgm:cxn modelId="{25F91332-53CF-43F1-A53C-10402633568D}" type="presParOf" srcId="{C857E2E9-80A9-4A4A-8361-561B9C3D062A}" destId="{F3422E60-225F-4B0D-A0B9-4A859CFC978B}" srcOrd="1" destOrd="0" presId="urn:microsoft.com/office/officeart/2005/8/layout/matrix3"/>
    <dgm:cxn modelId="{9303B05A-6F5F-4BB3-80AE-02366A4E58FC}" type="presParOf" srcId="{C857E2E9-80A9-4A4A-8361-561B9C3D062A}" destId="{C0AB3E4B-0FF0-4E01-B862-3EB43684A009}" srcOrd="2" destOrd="0" presId="urn:microsoft.com/office/officeart/2005/8/layout/matrix3"/>
    <dgm:cxn modelId="{7E8B0056-05ED-42D9-96AB-F2912A3E67DB}" type="presParOf" srcId="{C857E2E9-80A9-4A4A-8361-561B9C3D062A}" destId="{3CA15CFC-8B24-41BB-B0DB-C66BAA167A93}" srcOrd="3" destOrd="0" presId="urn:microsoft.com/office/officeart/2005/8/layout/matrix3"/>
    <dgm:cxn modelId="{119AB6AC-B9F5-41BE-9CC5-1AAFEC515958}" type="presParOf" srcId="{C857E2E9-80A9-4A4A-8361-561B9C3D062A}" destId="{C9C671F7-8464-4ECF-AAD9-CA16955960E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D76262D-AB54-4203-AEC3-E66D91D558A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55C60604-AB69-483E-A458-461D5349D171}">
      <dgm:prSet/>
      <dgm:spPr/>
      <dgm:t>
        <a:bodyPr/>
        <a:lstStyle/>
        <a:p>
          <a:r>
            <a:rPr lang="en-US" dirty="0"/>
            <a:t>Fraudulent transactions are rare (0.17%).</a:t>
          </a:r>
        </a:p>
      </dgm:t>
    </dgm:pt>
    <dgm:pt modelId="{3CEB9F47-CA3A-42E5-9AB4-13E6223EBE72}" type="parTrans" cxnId="{60D027F8-043C-4AB7-8A27-9A139213F5CA}">
      <dgm:prSet/>
      <dgm:spPr/>
      <dgm:t>
        <a:bodyPr/>
        <a:lstStyle/>
        <a:p>
          <a:endParaRPr lang="en-US"/>
        </a:p>
      </dgm:t>
    </dgm:pt>
    <dgm:pt modelId="{46DCEEB6-CE34-4075-8710-72A3A47F5C05}" type="sibTrans" cxnId="{60D027F8-043C-4AB7-8A27-9A139213F5CA}">
      <dgm:prSet/>
      <dgm:spPr/>
      <dgm:t>
        <a:bodyPr/>
        <a:lstStyle/>
        <a:p>
          <a:endParaRPr lang="en-US"/>
        </a:p>
      </dgm:t>
    </dgm:pt>
    <dgm:pt modelId="{C42FE001-5BEA-417E-B0D1-8F574CB3BA12}">
      <dgm:prSet/>
      <dgm:spPr/>
      <dgm:t>
        <a:bodyPr/>
        <a:lstStyle/>
        <a:p>
          <a:r>
            <a:rPr lang="en-US"/>
            <a:t>Traditional methods fail in high imbalance scenarios.</a:t>
          </a:r>
        </a:p>
      </dgm:t>
    </dgm:pt>
    <dgm:pt modelId="{4345E7A0-EF7F-4299-A414-4BD972BA1653}" type="parTrans" cxnId="{47E57A49-1C93-44AF-88FC-542E85C1038E}">
      <dgm:prSet/>
      <dgm:spPr/>
      <dgm:t>
        <a:bodyPr/>
        <a:lstStyle/>
        <a:p>
          <a:endParaRPr lang="en-US"/>
        </a:p>
      </dgm:t>
    </dgm:pt>
    <dgm:pt modelId="{7AE77B91-1A85-4358-B9AE-D1CF9046AAC5}" type="sibTrans" cxnId="{47E57A49-1C93-44AF-88FC-542E85C1038E}">
      <dgm:prSet/>
      <dgm:spPr/>
      <dgm:t>
        <a:bodyPr/>
        <a:lstStyle/>
        <a:p>
          <a:endParaRPr lang="en-US"/>
        </a:p>
      </dgm:t>
    </dgm:pt>
    <dgm:pt modelId="{DC2DC106-4BDA-438A-A5CD-DB7918B02F29}">
      <dgm:prSet/>
      <dgm:spPr/>
      <dgm:t>
        <a:bodyPr/>
        <a:lstStyle/>
        <a:p>
          <a:r>
            <a:rPr lang="en-US"/>
            <a:t>Need for robust ML solution that minimizes false negatives.</a:t>
          </a:r>
        </a:p>
      </dgm:t>
    </dgm:pt>
    <dgm:pt modelId="{1A76145B-BF19-4E18-B4E9-E10588DDED75}" type="parTrans" cxnId="{7E78CA03-F69B-439D-9D93-C68EACC65C35}">
      <dgm:prSet/>
      <dgm:spPr/>
      <dgm:t>
        <a:bodyPr/>
        <a:lstStyle/>
        <a:p>
          <a:endParaRPr lang="en-US"/>
        </a:p>
      </dgm:t>
    </dgm:pt>
    <dgm:pt modelId="{FF154B83-7DC9-4A42-9C3A-6CAB03015D75}" type="sibTrans" cxnId="{7E78CA03-F69B-439D-9D93-C68EACC65C35}">
      <dgm:prSet/>
      <dgm:spPr/>
      <dgm:t>
        <a:bodyPr/>
        <a:lstStyle/>
        <a:p>
          <a:endParaRPr lang="en-US"/>
        </a:p>
      </dgm:t>
    </dgm:pt>
    <dgm:pt modelId="{0F0A3D19-3034-48A9-945A-85F33401ED16}" type="pres">
      <dgm:prSet presAssocID="{7D76262D-AB54-4203-AEC3-E66D91D558A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EE0E770-3F5A-407F-971C-423F2AD46F6F}" type="pres">
      <dgm:prSet presAssocID="{55C60604-AB69-483E-A458-461D5349D171}" presName="hierRoot1" presStyleCnt="0"/>
      <dgm:spPr/>
    </dgm:pt>
    <dgm:pt modelId="{35EEBA0A-E520-4613-AC7C-8648A0D74A67}" type="pres">
      <dgm:prSet presAssocID="{55C60604-AB69-483E-A458-461D5349D171}" presName="composite" presStyleCnt="0"/>
      <dgm:spPr/>
    </dgm:pt>
    <dgm:pt modelId="{AD09DDF0-AB49-42AA-B72B-00EFAF85A277}" type="pres">
      <dgm:prSet presAssocID="{55C60604-AB69-483E-A458-461D5349D171}" presName="background" presStyleLbl="node0" presStyleIdx="0" presStyleCnt="3"/>
      <dgm:spPr/>
    </dgm:pt>
    <dgm:pt modelId="{0C65C7AE-32E0-4076-AD63-2A779A819675}" type="pres">
      <dgm:prSet presAssocID="{55C60604-AB69-483E-A458-461D5349D171}" presName="text" presStyleLbl="fgAcc0" presStyleIdx="0" presStyleCnt="3">
        <dgm:presLayoutVars>
          <dgm:chPref val="3"/>
        </dgm:presLayoutVars>
      </dgm:prSet>
      <dgm:spPr/>
    </dgm:pt>
    <dgm:pt modelId="{2443C033-8D0E-4A57-84D2-674C30E283E0}" type="pres">
      <dgm:prSet presAssocID="{55C60604-AB69-483E-A458-461D5349D171}" presName="hierChild2" presStyleCnt="0"/>
      <dgm:spPr/>
    </dgm:pt>
    <dgm:pt modelId="{98C134C7-4FB2-49BD-9B05-D243DF70E017}" type="pres">
      <dgm:prSet presAssocID="{C42FE001-5BEA-417E-B0D1-8F574CB3BA12}" presName="hierRoot1" presStyleCnt="0"/>
      <dgm:spPr/>
    </dgm:pt>
    <dgm:pt modelId="{40147C9C-C276-4166-8522-70E24B5D087C}" type="pres">
      <dgm:prSet presAssocID="{C42FE001-5BEA-417E-B0D1-8F574CB3BA12}" presName="composite" presStyleCnt="0"/>
      <dgm:spPr/>
    </dgm:pt>
    <dgm:pt modelId="{5F03974C-FBDA-443F-8085-46C14EB3F84D}" type="pres">
      <dgm:prSet presAssocID="{C42FE001-5BEA-417E-B0D1-8F574CB3BA12}" presName="background" presStyleLbl="node0" presStyleIdx="1" presStyleCnt="3"/>
      <dgm:spPr/>
    </dgm:pt>
    <dgm:pt modelId="{8EB93667-2E21-48ED-A4AA-93D0984A5FB6}" type="pres">
      <dgm:prSet presAssocID="{C42FE001-5BEA-417E-B0D1-8F574CB3BA12}" presName="text" presStyleLbl="fgAcc0" presStyleIdx="1" presStyleCnt="3">
        <dgm:presLayoutVars>
          <dgm:chPref val="3"/>
        </dgm:presLayoutVars>
      </dgm:prSet>
      <dgm:spPr/>
    </dgm:pt>
    <dgm:pt modelId="{CB095CF1-33CA-4353-B42C-579053A58109}" type="pres">
      <dgm:prSet presAssocID="{C42FE001-5BEA-417E-B0D1-8F574CB3BA12}" presName="hierChild2" presStyleCnt="0"/>
      <dgm:spPr/>
    </dgm:pt>
    <dgm:pt modelId="{5DDDB2EC-D25A-4060-BC75-1DD72336FAD0}" type="pres">
      <dgm:prSet presAssocID="{DC2DC106-4BDA-438A-A5CD-DB7918B02F29}" presName="hierRoot1" presStyleCnt="0"/>
      <dgm:spPr/>
    </dgm:pt>
    <dgm:pt modelId="{F7014F8E-DAA9-41B1-A3E7-106B87E0E22F}" type="pres">
      <dgm:prSet presAssocID="{DC2DC106-4BDA-438A-A5CD-DB7918B02F29}" presName="composite" presStyleCnt="0"/>
      <dgm:spPr/>
    </dgm:pt>
    <dgm:pt modelId="{ED3120DD-4CDA-49C5-84E1-D51D5B746720}" type="pres">
      <dgm:prSet presAssocID="{DC2DC106-4BDA-438A-A5CD-DB7918B02F29}" presName="background" presStyleLbl="node0" presStyleIdx="2" presStyleCnt="3"/>
      <dgm:spPr/>
    </dgm:pt>
    <dgm:pt modelId="{FD79186F-D7BC-40F5-81AF-AAF143E6EEBE}" type="pres">
      <dgm:prSet presAssocID="{DC2DC106-4BDA-438A-A5CD-DB7918B02F29}" presName="text" presStyleLbl="fgAcc0" presStyleIdx="2" presStyleCnt="3">
        <dgm:presLayoutVars>
          <dgm:chPref val="3"/>
        </dgm:presLayoutVars>
      </dgm:prSet>
      <dgm:spPr/>
    </dgm:pt>
    <dgm:pt modelId="{BA5541DF-87E6-426C-89BB-04411349E7C4}" type="pres">
      <dgm:prSet presAssocID="{DC2DC106-4BDA-438A-A5CD-DB7918B02F29}" presName="hierChild2" presStyleCnt="0"/>
      <dgm:spPr/>
    </dgm:pt>
  </dgm:ptLst>
  <dgm:cxnLst>
    <dgm:cxn modelId="{7E78CA03-F69B-439D-9D93-C68EACC65C35}" srcId="{7D76262D-AB54-4203-AEC3-E66D91D558AE}" destId="{DC2DC106-4BDA-438A-A5CD-DB7918B02F29}" srcOrd="2" destOrd="0" parTransId="{1A76145B-BF19-4E18-B4E9-E10588DDED75}" sibTransId="{FF154B83-7DC9-4A42-9C3A-6CAB03015D75}"/>
    <dgm:cxn modelId="{0BD7AC62-091F-403E-AC59-2FCD8E58C5E0}" type="presOf" srcId="{55C60604-AB69-483E-A458-461D5349D171}" destId="{0C65C7AE-32E0-4076-AD63-2A779A819675}" srcOrd="0" destOrd="0" presId="urn:microsoft.com/office/officeart/2005/8/layout/hierarchy1"/>
    <dgm:cxn modelId="{47E57A49-1C93-44AF-88FC-542E85C1038E}" srcId="{7D76262D-AB54-4203-AEC3-E66D91D558AE}" destId="{C42FE001-5BEA-417E-B0D1-8F574CB3BA12}" srcOrd="1" destOrd="0" parTransId="{4345E7A0-EF7F-4299-A414-4BD972BA1653}" sibTransId="{7AE77B91-1A85-4358-B9AE-D1CF9046AAC5}"/>
    <dgm:cxn modelId="{FCD61AAB-2C1A-4A0F-AD77-E1C57C288498}" type="presOf" srcId="{DC2DC106-4BDA-438A-A5CD-DB7918B02F29}" destId="{FD79186F-D7BC-40F5-81AF-AAF143E6EEBE}" srcOrd="0" destOrd="0" presId="urn:microsoft.com/office/officeart/2005/8/layout/hierarchy1"/>
    <dgm:cxn modelId="{40E3CBAF-880E-4787-AB03-0217A05E1217}" type="presOf" srcId="{7D76262D-AB54-4203-AEC3-E66D91D558AE}" destId="{0F0A3D19-3034-48A9-945A-85F33401ED16}" srcOrd="0" destOrd="0" presId="urn:microsoft.com/office/officeart/2005/8/layout/hierarchy1"/>
    <dgm:cxn modelId="{A90BD3BD-538B-439A-9E03-B9DEE8B9A107}" type="presOf" srcId="{C42FE001-5BEA-417E-B0D1-8F574CB3BA12}" destId="{8EB93667-2E21-48ED-A4AA-93D0984A5FB6}" srcOrd="0" destOrd="0" presId="urn:microsoft.com/office/officeart/2005/8/layout/hierarchy1"/>
    <dgm:cxn modelId="{60D027F8-043C-4AB7-8A27-9A139213F5CA}" srcId="{7D76262D-AB54-4203-AEC3-E66D91D558AE}" destId="{55C60604-AB69-483E-A458-461D5349D171}" srcOrd="0" destOrd="0" parTransId="{3CEB9F47-CA3A-42E5-9AB4-13E6223EBE72}" sibTransId="{46DCEEB6-CE34-4075-8710-72A3A47F5C05}"/>
    <dgm:cxn modelId="{EA6D8291-6617-4D7C-9970-844C6EF59B44}" type="presParOf" srcId="{0F0A3D19-3034-48A9-945A-85F33401ED16}" destId="{CEE0E770-3F5A-407F-971C-423F2AD46F6F}" srcOrd="0" destOrd="0" presId="urn:microsoft.com/office/officeart/2005/8/layout/hierarchy1"/>
    <dgm:cxn modelId="{EEE2D222-AAAA-4621-9E0E-6CAD29C18ACA}" type="presParOf" srcId="{CEE0E770-3F5A-407F-971C-423F2AD46F6F}" destId="{35EEBA0A-E520-4613-AC7C-8648A0D74A67}" srcOrd="0" destOrd="0" presId="urn:microsoft.com/office/officeart/2005/8/layout/hierarchy1"/>
    <dgm:cxn modelId="{3B4246E4-6744-4593-B976-91EB00588D37}" type="presParOf" srcId="{35EEBA0A-E520-4613-AC7C-8648A0D74A67}" destId="{AD09DDF0-AB49-42AA-B72B-00EFAF85A277}" srcOrd="0" destOrd="0" presId="urn:microsoft.com/office/officeart/2005/8/layout/hierarchy1"/>
    <dgm:cxn modelId="{30042858-84C2-4A74-8765-C35A26C024DC}" type="presParOf" srcId="{35EEBA0A-E520-4613-AC7C-8648A0D74A67}" destId="{0C65C7AE-32E0-4076-AD63-2A779A819675}" srcOrd="1" destOrd="0" presId="urn:microsoft.com/office/officeart/2005/8/layout/hierarchy1"/>
    <dgm:cxn modelId="{24BF5354-11D0-4F70-894C-E8935081D149}" type="presParOf" srcId="{CEE0E770-3F5A-407F-971C-423F2AD46F6F}" destId="{2443C033-8D0E-4A57-84D2-674C30E283E0}" srcOrd="1" destOrd="0" presId="urn:microsoft.com/office/officeart/2005/8/layout/hierarchy1"/>
    <dgm:cxn modelId="{A66C24B3-908C-462C-BAB1-878C19044700}" type="presParOf" srcId="{0F0A3D19-3034-48A9-945A-85F33401ED16}" destId="{98C134C7-4FB2-49BD-9B05-D243DF70E017}" srcOrd="1" destOrd="0" presId="urn:microsoft.com/office/officeart/2005/8/layout/hierarchy1"/>
    <dgm:cxn modelId="{D5E92828-EB34-4E8C-9F10-95242D45CE34}" type="presParOf" srcId="{98C134C7-4FB2-49BD-9B05-D243DF70E017}" destId="{40147C9C-C276-4166-8522-70E24B5D087C}" srcOrd="0" destOrd="0" presId="urn:microsoft.com/office/officeart/2005/8/layout/hierarchy1"/>
    <dgm:cxn modelId="{9DE8906F-57B9-4604-A80D-BB172BD1894A}" type="presParOf" srcId="{40147C9C-C276-4166-8522-70E24B5D087C}" destId="{5F03974C-FBDA-443F-8085-46C14EB3F84D}" srcOrd="0" destOrd="0" presId="urn:microsoft.com/office/officeart/2005/8/layout/hierarchy1"/>
    <dgm:cxn modelId="{55E40292-2564-4377-9942-256888E66794}" type="presParOf" srcId="{40147C9C-C276-4166-8522-70E24B5D087C}" destId="{8EB93667-2E21-48ED-A4AA-93D0984A5FB6}" srcOrd="1" destOrd="0" presId="urn:microsoft.com/office/officeart/2005/8/layout/hierarchy1"/>
    <dgm:cxn modelId="{4622AC42-965E-4D87-8367-991061E90D74}" type="presParOf" srcId="{98C134C7-4FB2-49BD-9B05-D243DF70E017}" destId="{CB095CF1-33CA-4353-B42C-579053A58109}" srcOrd="1" destOrd="0" presId="urn:microsoft.com/office/officeart/2005/8/layout/hierarchy1"/>
    <dgm:cxn modelId="{86901DD3-C515-41A8-B215-16D65E5C18E1}" type="presParOf" srcId="{0F0A3D19-3034-48A9-945A-85F33401ED16}" destId="{5DDDB2EC-D25A-4060-BC75-1DD72336FAD0}" srcOrd="2" destOrd="0" presId="urn:microsoft.com/office/officeart/2005/8/layout/hierarchy1"/>
    <dgm:cxn modelId="{DEBC9F8F-5871-4747-928C-E4CD8340C4E0}" type="presParOf" srcId="{5DDDB2EC-D25A-4060-BC75-1DD72336FAD0}" destId="{F7014F8E-DAA9-41B1-A3E7-106B87E0E22F}" srcOrd="0" destOrd="0" presId="urn:microsoft.com/office/officeart/2005/8/layout/hierarchy1"/>
    <dgm:cxn modelId="{DE69F47D-F04A-477F-8B06-9DA3442EAC7D}" type="presParOf" srcId="{F7014F8E-DAA9-41B1-A3E7-106B87E0E22F}" destId="{ED3120DD-4CDA-49C5-84E1-D51D5B746720}" srcOrd="0" destOrd="0" presId="urn:microsoft.com/office/officeart/2005/8/layout/hierarchy1"/>
    <dgm:cxn modelId="{559AF41A-A0FE-438E-90D8-79DD200D4463}" type="presParOf" srcId="{F7014F8E-DAA9-41B1-A3E7-106B87E0E22F}" destId="{FD79186F-D7BC-40F5-81AF-AAF143E6EEBE}" srcOrd="1" destOrd="0" presId="urn:microsoft.com/office/officeart/2005/8/layout/hierarchy1"/>
    <dgm:cxn modelId="{1DBB1E14-1883-41E8-BE11-2F2412891E7D}" type="presParOf" srcId="{5DDDB2EC-D25A-4060-BC75-1DD72336FAD0}" destId="{BA5541DF-87E6-426C-89BB-04411349E7C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C3D4E9-3CDC-4ED0-BDC7-AC6063CB71B2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C5DB0E2-4A9D-4F66-A137-A115EFA458BA}">
      <dgm:prSet/>
      <dgm:spPr/>
      <dgm:t>
        <a:bodyPr/>
        <a:lstStyle/>
        <a:p>
          <a:r>
            <a:rPr lang="en-US"/>
            <a:t>Source: Kaggle – Credit Card Fraud Dataset</a:t>
          </a:r>
        </a:p>
      </dgm:t>
    </dgm:pt>
    <dgm:pt modelId="{3D5ABEF2-D8FE-4425-8667-4118C7CC0C40}" type="parTrans" cxnId="{372D6788-9F0A-4774-A76C-77B2A4118EFE}">
      <dgm:prSet/>
      <dgm:spPr/>
      <dgm:t>
        <a:bodyPr/>
        <a:lstStyle/>
        <a:p>
          <a:endParaRPr lang="en-US"/>
        </a:p>
      </dgm:t>
    </dgm:pt>
    <dgm:pt modelId="{D5E4A0A9-F81D-43B2-8FD1-53AEB6926B9B}" type="sibTrans" cxnId="{372D6788-9F0A-4774-A76C-77B2A4118EFE}">
      <dgm:prSet/>
      <dgm:spPr/>
      <dgm:t>
        <a:bodyPr/>
        <a:lstStyle/>
        <a:p>
          <a:endParaRPr lang="en-US"/>
        </a:p>
      </dgm:t>
    </dgm:pt>
    <dgm:pt modelId="{56F3F4F1-6DDD-42E4-9C7E-659A6C6AF30E}">
      <dgm:prSet/>
      <dgm:spPr/>
      <dgm:t>
        <a:bodyPr/>
        <a:lstStyle/>
        <a:p>
          <a:r>
            <a:rPr lang="en-US"/>
            <a:t>Records: 284,807 transactions</a:t>
          </a:r>
        </a:p>
      </dgm:t>
    </dgm:pt>
    <dgm:pt modelId="{3AE71711-5E9E-4BE3-A0E2-4C109D324850}" type="parTrans" cxnId="{9B73BB0E-6513-4E4B-AAD5-9C723C60DD9F}">
      <dgm:prSet/>
      <dgm:spPr/>
      <dgm:t>
        <a:bodyPr/>
        <a:lstStyle/>
        <a:p>
          <a:endParaRPr lang="en-US"/>
        </a:p>
      </dgm:t>
    </dgm:pt>
    <dgm:pt modelId="{9F201B6E-906C-4226-B76A-94B86A2A1174}" type="sibTrans" cxnId="{9B73BB0E-6513-4E4B-AAD5-9C723C60DD9F}">
      <dgm:prSet/>
      <dgm:spPr/>
      <dgm:t>
        <a:bodyPr/>
        <a:lstStyle/>
        <a:p>
          <a:endParaRPr lang="en-US"/>
        </a:p>
      </dgm:t>
    </dgm:pt>
    <dgm:pt modelId="{9ABBB9E5-D403-41F6-B47A-FB7A9E676FDF}">
      <dgm:prSet/>
      <dgm:spPr/>
      <dgm:t>
        <a:bodyPr/>
        <a:lstStyle/>
        <a:p>
          <a:r>
            <a:rPr lang="en-US" dirty="0"/>
            <a:t>Fraud cases: 492</a:t>
          </a:r>
        </a:p>
      </dgm:t>
    </dgm:pt>
    <dgm:pt modelId="{B0455AD3-E2B2-4A10-AAA3-EB03109910B1}" type="parTrans" cxnId="{AAE5AC17-CF89-4438-AA90-F7ED0301F80B}">
      <dgm:prSet/>
      <dgm:spPr/>
      <dgm:t>
        <a:bodyPr/>
        <a:lstStyle/>
        <a:p>
          <a:endParaRPr lang="en-US"/>
        </a:p>
      </dgm:t>
    </dgm:pt>
    <dgm:pt modelId="{DD15FE99-95E2-4BE5-9376-FF270FC1822C}" type="sibTrans" cxnId="{AAE5AC17-CF89-4438-AA90-F7ED0301F80B}">
      <dgm:prSet/>
      <dgm:spPr/>
      <dgm:t>
        <a:bodyPr/>
        <a:lstStyle/>
        <a:p>
          <a:endParaRPr lang="en-US"/>
        </a:p>
      </dgm:t>
    </dgm:pt>
    <dgm:pt modelId="{BCA2E9D6-DD4C-404D-B86F-ADFE8C3D2C64}">
      <dgm:prSet/>
      <dgm:spPr/>
      <dgm:t>
        <a:bodyPr/>
        <a:lstStyle/>
        <a:p>
          <a:r>
            <a:rPr lang="en-US"/>
            <a:t>Features: 28 anonymized PCA components + Time + Amount</a:t>
          </a:r>
        </a:p>
      </dgm:t>
    </dgm:pt>
    <dgm:pt modelId="{B5E42DEB-245D-4726-B729-E5C597168107}" type="parTrans" cxnId="{139ED093-D79E-4C76-9F2F-59AB975A22A1}">
      <dgm:prSet/>
      <dgm:spPr/>
      <dgm:t>
        <a:bodyPr/>
        <a:lstStyle/>
        <a:p>
          <a:endParaRPr lang="en-US"/>
        </a:p>
      </dgm:t>
    </dgm:pt>
    <dgm:pt modelId="{A264E1F7-A963-4D64-8D94-C3FC5D889745}" type="sibTrans" cxnId="{139ED093-D79E-4C76-9F2F-59AB975A22A1}">
      <dgm:prSet/>
      <dgm:spPr/>
      <dgm:t>
        <a:bodyPr/>
        <a:lstStyle/>
        <a:p>
          <a:endParaRPr lang="en-US"/>
        </a:p>
      </dgm:t>
    </dgm:pt>
    <dgm:pt modelId="{8B35E3A2-8782-4BF2-944A-B6DA43A31D61}">
      <dgm:prSet/>
      <dgm:spPr/>
      <dgm:t>
        <a:bodyPr/>
        <a:lstStyle/>
        <a:p>
          <a:r>
            <a:rPr lang="en-US"/>
            <a:t>Target: Class (0 = Normal, 1 = Fraud)</a:t>
          </a:r>
        </a:p>
      </dgm:t>
    </dgm:pt>
    <dgm:pt modelId="{568471B9-2D9E-4BEB-8B05-499ACCA2ED7A}" type="parTrans" cxnId="{8C20FD03-D563-4CC5-8DB9-756141A48C5E}">
      <dgm:prSet/>
      <dgm:spPr/>
      <dgm:t>
        <a:bodyPr/>
        <a:lstStyle/>
        <a:p>
          <a:endParaRPr lang="en-US"/>
        </a:p>
      </dgm:t>
    </dgm:pt>
    <dgm:pt modelId="{5C7D4DAD-6B48-480E-B098-FC7C0C66E90D}" type="sibTrans" cxnId="{8C20FD03-D563-4CC5-8DB9-756141A48C5E}">
      <dgm:prSet/>
      <dgm:spPr/>
      <dgm:t>
        <a:bodyPr/>
        <a:lstStyle/>
        <a:p>
          <a:endParaRPr lang="en-US"/>
        </a:p>
      </dgm:t>
    </dgm:pt>
    <dgm:pt modelId="{D1DA3D02-50F2-403D-8F99-F7827ABC672B}" type="pres">
      <dgm:prSet presAssocID="{88C3D4E9-3CDC-4ED0-BDC7-AC6063CB71B2}" presName="outerComposite" presStyleCnt="0">
        <dgm:presLayoutVars>
          <dgm:chMax val="5"/>
          <dgm:dir/>
          <dgm:resizeHandles val="exact"/>
        </dgm:presLayoutVars>
      </dgm:prSet>
      <dgm:spPr/>
    </dgm:pt>
    <dgm:pt modelId="{AF6765B4-73FF-402C-BEC6-0AE73CA5F89E}" type="pres">
      <dgm:prSet presAssocID="{88C3D4E9-3CDC-4ED0-BDC7-AC6063CB71B2}" presName="dummyMaxCanvas" presStyleCnt="0">
        <dgm:presLayoutVars/>
      </dgm:prSet>
      <dgm:spPr/>
    </dgm:pt>
    <dgm:pt modelId="{CD0A4322-6397-4D53-A5E0-74860F0541DB}" type="pres">
      <dgm:prSet presAssocID="{88C3D4E9-3CDC-4ED0-BDC7-AC6063CB71B2}" presName="FiveNodes_1" presStyleLbl="node1" presStyleIdx="0" presStyleCnt="5">
        <dgm:presLayoutVars>
          <dgm:bulletEnabled val="1"/>
        </dgm:presLayoutVars>
      </dgm:prSet>
      <dgm:spPr/>
    </dgm:pt>
    <dgm:pt modelId="{561C95F1-4810-48BC-BAE7-5C8498683B73}" type="pres">
      <dgm:prSet presAssocID="{88C3D4E9-3CDC-4ED0-BDC7-AC6063CB71B2}" presName="FiveNodes_2" presStyleLbl="node1" presStyleIdx="1" presStyleCnt="5">
        <dgm:presLayoutVars>
          <dgm:bulletEnabled val="1"/>
        </dgm:presLayoutVars>
      </dgm:prSet>
      <dgm:spPr/>
    </dgm:pt>
    <dgm:pt modelId="{15C79E08-F5DD-4438-B31E-51F013F9E903}" type="pres">
      <dgm:prSet presAssocID="{88C3D4E9-3CDC-4ED0-BDC7-AC6063CB71B2}" presName="FiveNodes_3" presStyleLbl="node1" presStyleIdx="2" presStyleCnt="5">
        <dgm:presLayoutVars>
          <dgm:bulletEnabled val="1"/>
        </dgm:presLayoutVars>
      </dgm:prSet>
      <dgm:spPr/>
    </dgm:pt>
    <dgm:pt modelId="{D5270EAF-F9F3-4502-8193-705EC7163613}" type="pres">
      <dgm:prSet presAssocID="{88C3D4E9-3CDC-4ED0-BDC7-AC6063CB71B2}" presName="FiveNodes_4" presStyleLbl="node1" presStyleIdx="3" presStyleCnt="5">
        <dgm:presLayoutVars>
          <dgm:bulletEnabled val="1"/>
        </dgm:presLayoutVars>
      </dgm:prSet>
      <dgm:spPr/>
    </dgm:pt>
    <dgm:pt modelId="{0F7B778F-50BB-4E7B-8392-5AE55015BD33}" type="pres">
      <dgm:prSet presAssocID="{88C3D4E9-3CDC-4ED0-BDC7-AC6063CB71B2}" presName="FiveNodes_5" presStyleLbl="node1" presStyleIdx="4" presStyleCnt="5">
        <dgm:presLayoutVars>
          <dgm:bulletEnabled val="1"/>
        </dgm:presLayoutVars>
      </dgm:prSet>
      <dgm:spPr/>
    </dgm:pt>
    <dgm:pt modelId="{DBB3BD81-F58D-4EDE-A142-F042179EF8B8}" type="pres">
      <dgm:prSet presAssocID="{88C3D4E9-3CDC-4ED0-BDC7-AC6063CB71B2}" presName="FiveConn_1-2" presStyleLbl="fgAccFollowNode1" presStyleIdx="0" presStyleCnt="4">
        <dgm:presLayoutVars>
          <dgm:bulletEnabled val="1"/>
        </dgm:presLayoutVars>
      </dgm:prSet>
      <dgm:spPr/>
    </dgm:pt>
    <dgm:pt modelId="{C9275EC2-3215-495A-886E-004F0A9D1891}" type="pres">
      <dgm:prSet presAssocID="{88C3D4E9-3CDC-4ED0-BDC7-AC6063CB71B2}" presName="FiveConn_2-3" presStyleLbl="fgAccFollowNode1" presStyleIdx="1" presStyleCnt="4">
        <dgm:presLayoutVars>
          <dgm:bulletEnabled val="1"/>
        </dgm:presLayoutVars>
      </dgm:prSet>
      <dgm:spPr/>
    </dgm:pt>
    <dgm:pt modelId="{42536E5B-2831-4B38-91D0-CD12A9E5A00A}" type="pres">
      <dgm:prSet presAssocID="{88C3D4E9-3CDC-4ED0-BDC7-AC6063CB71B2}" presName="FiveConn_3-4" presStyleLbl="fgAccFollowNode1" presStyleIdx="2" presStyleCnt="4">
        <dgm:presLayoutVars>
          <dgm:bulletEnabled val="1"/>
        </dgm:presLayoutVars>
      </dgm:prSet>
      <dgm:spPr/>
    </dgm:pt>
    <dgm:pt modelId="{673CD889-A33C-40B8-8A05-9B3C7F894C95}" type="pres">
      <dgm:prSet presAssocID="{88C3D4E9-3CDC-4ED0-BDC7-AC6063CB71B2}" presName="FiveConn_4-5" presStyleLbl="fgAccFollowNode1" presStyleIdx="3" presStyleCnt="4">
        <dgm:presLayoutVars>
          <dgm:bulletEnabled val="1"/>
        </dgm:presLayoutVars>
      </dgm:prSet>
      <dgm:spPr/>
    </dgm:pt>
    <dgm:pt modelId="{52D1B543-78BD-4EFA-9647-1694678F5310}" type="pres">
      <dgm:prSet presAssocID="{88C3D4E9-3CDC-4ED0-BDC7-AC6063CB71B2}" presName="FiveNodes_1_text" presStyleLbl="node1" presStyleIdx="4" presStyleCnt="5">
        <dgm:presLayoutVars>
          <dgm:bulletEnabled val="1"/>
        </dgm:presLayoutVars>
      </dgm:prSet>
      <dgm:spPr/>
    </dgm:pt>
    <dgm:pt modelId="{2FA3A2F7-0466-4AD4-B6E6-BDDBB1206E52}" type="pres">
      <dgm:prSet presAssocID="{88C3D4E9-3CDC-4ED0-BDC7-AC6063CB71B2}" presName="FiveNodes_2_text" presStyleLbl="node1" presStyleIdx="4" presStyleCnt="5">
        <dgm:presLayoutVars>
          <dgm:bulletEnabled val="1"/>
        </dgm:presLayoutVars>
      </dgm:prSet>
      <dgm:spPr/>
    </dgm:pt>
    <dgm:pt modelId="{F9495015-DC67-4668-B6A6-1E092CF2BF6A}" type="pres">
      <dgm:prSet presAssocID="{88C3D4E9-3CDC-4ED0-BDC7-AC6063CB71B2}" presName="FiveNodes_3_text" presStyleLbl="node1" presStyleIdx="4" presStyleCnt="5">
        <dgm:presLayoutVars>
          <dgm:bulletEnabled val="1"/>
        </dgm:presLayoutVars>
      </dgm:prSet>
      <dgm:spPr/>
    </dgm:pt>
    <dgm:pt modelId="{ED7F4A92-2E1C-44DB-B19F-DBF296182966}" type="pres">
      <dgm:prSet presAssocID="{88C3D4E9-3CDC-4ED0-BDC7-AC6063CB71B2}" presName="FiveNodes_4_text" presStyleLbl="node1" presStyleIdx="4" presStyleCnt="5">
        <dgm:presLayoutVars>
          <dgm:bulletEnabled val="1"/>
        </dgm:presLayoutVars>
      </dgm:prSet>
      <dgm:spPr/>
    </dgm:pt>
    <dgm:pt modelId="{C8AFA666-2320-45AC-B7A9-B38D80327B8C}" type="pres">
      <dgm:prSet presAssocID="{88C3D4E9-3CDC-4ED0-BDC7-AC6063CB71B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8C20FD03-D563-4CC5-8DB9-756141A48C5E}" srcId="{88C3D4E9-3CDC-4ED0-BDC7-AC6063CB71B2}" destId="{8B35E3A2-8782-4BF2-944A-B6DA43A31D61}" srcOrd="4" destOrd="0" parTransId="{568471B9-2D9E-4BEB-8B05-499ACCA2ED7A}" sibTransId="{5C7D4DAD-6B48-480E-B098-FC7C0C66E90D}"/>
    <dgm:cxn modelId="{002A2406-75CC-4DCF-90D3-0EBF85F26FF4}" type="presOf" srcId="{9ABBB9E5-D403-41F6-B47A-FB7A9E676FDF}" destId="{15C79E08-F5DD-4438-B31E-51F013F9E903}" srcOrd="0" destOrd="0" presId="urn:microsoft.com/office/officeart/2005/8/layout/vProcess5"/>
    <dgm:cxn modelId="{9B73BB0E-6513-4E4B-AAD5-9C723C60DD9F}" srcId="{88C3D4E9-3CDC-4ED0-BDC7-AC6063CB71B2}" destId="{56F3F4F1-6DDD-42E4-9C7E-659A6C6AF30E}" srcOrd="1" destOrd="0" parTransId="{3AE71711-5E9E-4BE3-A0E2-4C109D324850}" sibTransId="{9F201B6E-906C-4226-B76A-94B86A2A1174}"/>
    <dgm:cxn modelId="{0BF3C10F-67A3-4C8B-AEA6-94F4906A1237}" type="presOf" srcId="{56F3F4F1-6DDD-42E4-9C7E-659A6C6AF30E}" destId="{561C95F1-4810-48BC-BAE7-5C8498683B73}" srcOrd="0" destOrd="0" presId="urn:microsoft.com/office/officeart/2005/8/layout/vProcess5"/>
    <dgm:cxn modelId="{AAE5AC17-CF89-4438-AA90-F7ED0301F80B}" srcId="{88C3D4E9-3CDC-4ED0-BDC7-AC6063CB71B2}" destId="{9ABBB9E5-D403-41F6-B47A-FB7A9E676FDF}" srcOrd="2" destOrd="0" parTransId="{B0455AD3-E2B2-4A10-AAA3-EB03109910B1}" sibTransId="{DD15FE99-95E2-4BE5-9376-FF270FC1822C}"/>
    <dgm:cxn modelId="{7E6FB334-7A30-4668-83CA-C6B0794E63FF}" type="presOf" srcId="{56F3F4F1-6DDD-42E4-9C7E-659A6C6AF30E}" destId="{2FA3A2F7-0466-4AD4-B6E6-BDDBB1206E52}" srcOrd="1" destOrd="0" presId="urn:microsoft.com/office/officeart/2005/8/layout/vProcess5"/>
    <dgm:cxn modelId="{65DBD35C-0F63-4B37-A3D9-D87BEA561B4E}" type="presOf" srcId="{8B35E3A2-8782-4BF2-944A-B6DA43A31D61}" destId="{0F7B778F-50BB-4E7B-8392-5AE55015BD33}" srcOrd="0" destOrd="0" presId="urn:microsoft.com/office/officeart/2005/8/layout/vProcess5"/>
    <dgm:cxn modelId="{5FE89A64-F06A-494D-A940-FB8C6D5CF932}" type="presOf" srcId="{BC5DB0E2-4A9D-4F66-A137-A115EFA458BA}" destId="{CD0A4322-6397-4D53-A5E0-74860F0541DB}" srcOrd="0" destOrd="0" presId="urn:microsoft.com/office/officeart/2005/8/layout/vProcess5"/>
    <dgm:cxn modelId="{AB5AC16B-8A15-4998-91D6-0E19F20930CD}" type="presOf" srcId="{8B35E3A2-8782-4BF2-944A-B6DA43A31D61}" destId="{C8AFA666-2320-45AC-B7A9-B38D80327B8C}" srcOrd="1" destOrd="0" presId="urn:microsoft.com/office/officeart/2005/8/layout/vProcess5"/>
    <dgm:cxn modelId="{04C8A752-AC25-4444-9DB4-6370FD4480AA}" type="presOf" srcId="{BC5DB0E2-4A9D-4F66-A137-A115EFA458BA}" destId="{52D1B543-78BD-4EFA-9647-1694678F5310}" srcOrd="1" destOrd="0" presId="urn:microsoft.com/office/officeart/2005/8/layout/vProcess5"/>
    <dgm:cxn modelId="{7DD4F77A-D1C7-4D4E-BDC9-4E29175D3B32}" type="presOf" srcId="{BCA2E9D6-DD4C-404D-B86F-ADFE8C3D2C64}" destId="{ED7F4A92-2E1C-44DB-B19F-DBF296182966}" srcOrd="1" destOrd="0" presId="urn:microsoft.com/office/officeart/2005/8/layout/vProcess5"/>
    <dgm:cxn modelId="{372D6788-9F0A-4774-A76C-77B2A4118EFE}" srcId="{88C3D4E9-3CDC-4ED0-BDC7-AC6063CB71B2}" destId="{BC5DB0E2-4A9D-4F66-A137-A115EFA458BA}" srcOrd="0" destOrd="0" parTransId="{3D5ABEF2-D8FE-4425-8667-4118C7CC0C40}" sibTransId="{D5E4A0A9-F81D-43B2-8FD1-53AEB6926B9B}"/>
    <dgm:cxn modelId="{A6FC3892-C9C4-4171-9016-34B9490D3F77}" type="presOf" srcId="{A264E1F7-A963-4D64-8D94-C3FC5D889745}" destId="{673CD889-A33C-40B8-8A05-9B3C7F894C95}" srcOrd="0" destOrd="0" presId="urn:microsoft.com/office/officeart/2005/8/layout/vProcess5"/>
    <dgm:cxn modelId="{139ED093-D79E-4C76-9F2F-59AB975A22A1}" srcId="{88C3D4E9-3CDC-4ED0-BDC7-AC6063CB71B2}" destId="{BCA2E9D6-DD4C-404D-B86F-ADFE8C3D2C64}" srcOrd="3" destOrd="0" parTransId="{B5E42DEB-245D-4726-B729-E5C597168107}" sibTransId="{A264E1F7-A963-4D64-8D94-C3FC5D889745}"/>
    <dgm:cxn modelId="{8EAAFD9E-751E-4110-BBA2-3DA542A1988F}" type="presOf" srcId="{BCA2E9D6-DD4C-404D-B86F-ADFE8C3D2C64}" destId="{D5270EAF-F9F3-4502-8193-705EC7163613}" srcOrd="0" destOrd="0" presId="urn:microsoft.com/office/officeart/2005/8/layout/vProcess5"/>
    <dgm:cxn modelId="{E75818C0-61AD-4F3B-A044-58B2B3C2842C}" type="presOf" srcId="{9ABBB9E5-D403-41F6-B47A-FB7A9E676FDF}" destId="{F9495015-DC67-4668-B6A6-1E092CF2BF6A}" srcOrd="1" destOrd="0" presId="urn:microsoft.com/office/officeart/2005/8/layout/vProcess5"/>
    <dgm:cxn modelId="{40F98DE9-16E5-4867-A553-C53073F03DF0}" type="presOf" srcId="{88C3D4E9-3CDC-4ED0-BDC7-AC6063CB71B2}" destId="{D1DA3D02-50F2-403D-8F99-F7827ABC672B}" srcOrd="0" destOrd="0" presId="urn:microsoft.com/office/officeart/2005/8/layout/vProcess5"/>
    <dgm:cxn modelId="{0D1CFBEC-870B-40FD-A6A7-99238BA4FACE}" type="presOf" srcId="{DD15FE99-95E2-4BE5-9376-FF270FC1822C}" destId="{42536E5B-2831-4B38-91D0-CD12A9E5A00A}" srcOrd="0" destOrd="0" presId="urn:microsoft.com/office/officeart/2005/8/layout/vProcess5"/>
    <dgm:cxn modelId="{5F0E35F7-24F0-43E7-BF94-165CDACF7847}" type="presOf" srcId="{D5E4A0A9-F81D-43B2-8FD1-53AEB6926B9B}" destId="{DBB3BD81-F58D-4EDE-A142-F042179EF8B8}" srcOrd="0" destOrd="0" presId="urn:microsoft.com/office/officeart/2005/8/layout/vProcess5"/>
    <dgm:cxn modelId="{F6874BFD-84D8-4CFB-8F4F-292F129A924E}" type="presOf" srcId="{9F201B6E-906C-4226-B76A-94B86A2A1174}" destId="{C9275EC2-3215-495A-886E-004F0A9D1891}" srcOrd="0" destOrd="0" presId="urn:microsoft.com/office/officeart/2005/8/layout/vProcess5"/>
    <dgm:cxn modelId="{99028873-C08D-45A9-BD23-3F85624975EA}" type="presParOf" srcId="{D1DA3D02-50F2-403D-8F99-F7827ABC672B}" destId="{AF6765B4-73FF-402C-BEC6-0AE73CA5F89E}" srcOrd="0" destOrd="0" presId="urn:microsoft.com/office/officeart/2005/8/layout/vProcess5"/>
    <dgm:cxn modelId="{FDD809DA-BE70-453A-8B51-144F55343B04}" type="presParOf" srcId="{D1DA3D02-50F2-403D-8F99-F7827ABC672B}" destId="{CD0A4322-6397-4D53-A5E0-74860F0541DB}" srcOrd="1" destOrd="0" presId="urn:microsoft.com/office/officeart/2005/8/layout/vProcess5"/>
    <dgm:cxn modelId="{35D6062E-D3B2-4B7C-BC04-3FA399AE672B}" type="presParOf" srcId="{D1DA3D02-50F2-403D-8F99-F7827ABC672B}" destId="{561C95F1-4810-48BC-BAE7-5C8498683B73}" srcOrd="2" destOrd="0" presId="urn:microsoft.com/office/officeart/2005/8/layout/vProcess5"/>
    <dgm:cxn modelId="{A639F028-4B3E-4AE9-A0C8-A53F3BB8E293}" type="presParOf" srcId="{D1DA3D02-50F2-403D-8F99-F7827ABC672B}" destId="{15C79E08-F5DD-4438-B31E-51F013F9E903}" srcOrd="3" destOrd="0" presId="urn:microsoft.com/office/officeart/2005/8/layout/vProcess5"/>
    <dgm:cxn modelId="{30F714C1-5DCA-48F8-9964-8B2D7A1BA501}" type="presParOf" srcId="{D1DA3D02-50F2-403D-8F99-F7827ABC672B}" destId="{D5270EAF-F9F3-4502-8193-705EC7163613}" srcOrd="4" destOrd="0" presId="urn:microsoft.com/office/officeart/2005/8/layout/vProcess5"/>
    <dgm:cxn modelId="{BA73E602-1BDD-40D3-AA6E-1FAD0DCD6EE0}" type="presParOf" srcId="{D1DA3D02-50F2-403D-8F99-F7827ABC672B}" destId="{0F7B778F-50BB-4E7B-8392-5AE55015BD33}" srcOrd="5" destOrd="0" presId="urn:microsoft.com/office/officeart/2005/8/layout/vProcess5"/>
    <dgm:cxn modelId="{B5F0CE03-B6C5-48C3-AC28-92983831584B}" type="presParOf" srcId="{D1DA3D02-50F2-403D-8F99-F7827ABC672B}" destId="{DBB3BD81-F58D-4EDE-A142-F042179EF8B8}" srcOrd="6" destOrd="0" presId="urn:microsoft.com/office/officeart/2005/8/layout/vProcess5"/>
    <dgm:cxn modelId="{D9AA248F-1D3B-484E-BD34-D558C9D65E8C}" type="presParOf" srcId="{D1DA3D02-50F2-403D-8F99-F7827ABC672B}" destId="{C9275EC2-3215-495A-886E-004F0A9D1891}" srcOrd="7" destOrd="0" presId="urn:microsoft.com/office/officeart/2005/8/layout/vProcess5"/>
    <dgm:cxn modelId="{B4ED3FED-02E1-45BC-86C5-BE682A10A58A}" type="presParOf" srcId="{D1DA3D02-50F2-403D-8F99-F7827ABC672B}" destId="{42536E5B-2831-4B38-91D0-CD12A9E5A00A}" srcOrd="8" destOrd="0" presId="urn:microsoft.com/office/officeart/2005/8/layout/vProcess5"/>
    <dgm:cxn modelId="{A8B52717-9F3F-479D-9DA2-3BFEB4799814}" type="presParOf" srcId="{D1DA3D02-50F2-403D-8F99-F7827ABC672B}" destId="{673CD889-A33C-40B8-8A05-9B3C7F894C95}" srcOrd="9" destOrd="0" presId="urn:microsoft.com/office/officeart/2005/8/layout/vProcess5"/>
    <dgm:cxn modelId="{00068EFA-95EC-44BD-BF29-168D453C3C80}" type="presParOf" srcId="{D1DA3D02-50F2-403D-8F99-F7827ABC672B}" destId="{52D1B543-78BD-4EFA-9647-1694678F5310}" srcOrd="10" destOrd="0" presId="urn:microsoft.com/office/officeart/2005/8/layout/vProcess5"/>
    <dgm:cxn modelId="{C182A9F7-63EE-4441-8F06-FCE499AA66DB}" type="presParOf" srcId="{D1DA3D02-50F2-403D-8F99-F7827ABC672B}" destId="{2FA3A2F7-0466-4AD4-B6E6-BDDBB1206E52}" srcOrd="11" destOrd="0" presId="urn:microsoft.com/office/officeart/2005/8/layout/vProcess5"/>
    <dgm:cxn modelId="{5BEB307B-1DB6-4CC2-958E-65DD2A95812D}" type="presParOf" srcId="{D1DA3D02-50F2-403D-8F99-F7827ABC672B}" destId="{F9495015-DC67-4668-B6A6-1E092CF2BF6A}" srcOrd="12" destOrd="0" presId="urn:microsoft.com/office/officeart/2005/8/layout/vProcess5"/>
    <dgm:cxn modelId="{C7F8E0F9-B357-45E6-9A3B-64AF2E894555}" type="presParOf" srcId="{D1DA3D02-50F2-403D-8F99-F7827ABC672B}" destId="{ED7F4A92-2E1C-44DB-B19F-DBF296182966}" srcOrd="13" destOrd="0" presId="urn:microsoft.com/office/officeart/2005/8/layout/vProcess5"/>
    <dgm:cxn modelId="{A9CFB04E-250D-4B1F-A4E8-CA0BB29CBE9D}" type="presParOf" srcId="{D1DA3D02-50F2-403D-8F99-F7827ABC672B}" destId="{C8AFA666-2320-45AC-B7A9-B38D80327B8C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5BA87F-0E39-4BC0-A7B7-9D3020C2552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C952256C-4532-4D3E-B174-1A552E707EC7}">
      <dgm:prSet/>
      <dgm:spPr/>
      <dgm:t>
        <a:bodyPr/>
        <a:lstStyle/>
        <a:p>
          <a:r>
            <a:rPr lang="en-US"/>
            <a:t>Imbalanced Data (Severe class imbalance)</a:t>
          </a:r>
        </a:p>
      </dgm:t>
    </dgm:pt>
    <dgm:pt modelId="{B76E7F30-CF52-4A90-94C5-C606BDC02A62}" type="parTrans" cxnId="{3CAFA0AE-4753-4798-B70D-19B9CB773C80}">
      <dgm:prSet/>
      <dgm:spPr/>
      <dgm:t>
        <a:bodyPr/>
        <a:lstStyle/>
        <a:p>
          <a:endParaRPr lang="en-US"/>
        </a:p>
      </dgm:t>
    </dgm:pt>
    <dgm:pt modelId="{B8549016-A483-427C-B714-62264C890FDF}" type="sibTrans" cxnId="{3CAFA0AE-4753-4798-B70D-19B9CB773C80}">
      <dgm:prSet/>
      <dgm:spPr/>
      <dgm:t>
        <a:bodyPr/>
        <a:lstStyle/>
        <a:p>
          <a:endParaRPr lang="en-US"/>
        </a:p>
      </dgm:t>
    </dgm:pt>
    <dgm:pt modelId="{3761424F-9133-4778-9334-2FFEA059B9F7}">
      <dgm:prSet/>
      <dgm:spPr/>
      <dgm:t>
        <a:bodyPr/>
        <a:lstStyle/>
        <a:p>
          <a:r>
            <a:rPr lang="en-US"/>
            <a:t>Feature Interpretability (Due to PCA)</a:t>
          </a:r>
        </a:p>
      </dgm:t>
    </dgm:pt>
    <dgm:pt modelId="{2A1FEB87-28B2-4AA4-8E63-9CA2A265DE60}" type="parTrans" cxnId="{9491E8CD-F607-43DC-9521-BEBB16EEB2EF}">
      <dgm:prSet/>
      <dgm:spPr/>
      <dgm:t>
        <a:bodyPr/>
        <a:lstStyle/>
        <a:p>
          <a:endParaRPr lang="en-US"/>
        </a:p>
      </dgm:t>
    </dgm:pt>
    <dgm:pt modelId="{88A072C3-98C7-41A7-9898-CA3D4714A4C5}" type="sibTrans" cxnId="{9491E8CD-F607-43DC-9521-BEBB16EEB2EF}">
      <dgm:prSet/>
      <dgm:spPr/>
      <dgm:t>
        <a:bodyPr/>
        <a:lstStyle/>
        <a:p>
          <a:endParaRPr lang="en-US"/>
        </a:p>
      </dgm:t>
    </dgm:pt>
    <dgm:pt modelId="{7654CF26-663D-4459-84EE-0A16BE5245EA}">
      <dgm:prSet/>
      <dgm:spPr/>
      <dgm:t>
        <a:bodyPr/>
        <a:lstStyle/>
        <a:p>
          <a:r>
            <a:rPr lang="en-US"/>
            <a:t>Overfitting Risks (Especially with ensemble models)</a:t>
          </a:r>
        </a:p>
      </dgm:t>
    </dgm:pt>
    <dgm:pt modelId="{1F608352-3525-4A67-8E3B-111B1027ED97}" type="parTrans" cxnId="{9C54385A-4CAB-4676-BA13-082894D01EA3}">
      <dgm:prSet/>
      <dgm:spPr/>
      <dgm:t>
        <a:bodyPr/>
        <a:lstStyle/>
        <a:p>
          <a:endParaRPr lang="en-US"/>
        </a:p>
      </dgm:t>
    </dgm:pt>
    <dgm:pt modelId="{1743ACC8-B990-49E8-9893-F4D3E9D73083}" type="sibTrans" cxnId="{9C54385A-4CAB-4676-BA13-082894D01EA3}">
      <dgm:prSet/>
      <dgm:spPr/>
      <dgm:t>
        <a:bodyPr/>
        <a:lstStyle/>
        <a:p>
          <a:endParaRPr lang="en-US"/>
        </a:p>
      </dgm:t>
    </dgm:pt>
    <dgm:pt modelId="{C2F5C83C-5F20-44CA-A08B-AB622D962FC7}">
      <dgm:prSet/>
      <dgm:spPr/>
      <dgm:t>
        <a:bodyPr/>
        <a:lstStyle/>
        <a:p>
          <a:r>
            <a:rPr lang="en-US"/>
            <a:t>Real-time Detection Considerations</a:t>
          </a:r>
        </a:p>
      </dgm:t>
    </dgm:pt>
    <dgm:pt modelId="{3886F898-5DB8-4651-A763-6F196557B883}" type="parTrans" cxnId="{78CC2B91-1B40-4339-9DB0-97D6346ECB4D}">
      <dgm:prSet/>
      <dgm:spPr/>
      <dgm:t>
        <a:bodyPr/>
        <a:lstStyle/>
        <a:p>
          <a:endParaRPr lang="en-US"/>
        </a:p>
      </dgm:t>
    </dgm:pt>
    <dgm:pt modelId="{8ACAC339-5879-4DE3-8902-8461D28EA28E}" type="sibTrans" cxnId="{78CC2B91-1B40-4339-9DB0-97D6346ECB4D}">
      <dgm:prSet/>
      <dgm:spPr/>
      <dgm:t>
        <a:bodyPr/>
        <a:lstStyle/>
        <a:p>
          <a:endParaRPr lang="en-US"/>
        </a:p>
      </dgm:t>
    </dgm:pt>
    <dgm:pt modelId="{BC688C42-8EBE-4FEF-A9BF-ABCD553DF62A}" type="pres">
      <dgm:prSet presAssocID="{2D5BA87F-0E39-4BC0-A7B7-9D3020C25521}" presName="root" presStyleCnt="0">
        <dgm:presLayoutVars>
          <dgm:dir/>
          <dgm:resizeHandles val="exact"/>
        </dgm:presLayoutVars>
      </dgm:prSet>
      <dgm:spPr/>
    </dgm:pt>
    <dgm:pt modelId="{7D1A0CDE-57E9-478C-B513-F436D4BDA25B}" type="pres">
      <dgm:prSet presAssocID="{C952256C-4532-4D3E-B174-1A552E707EC7}" presName="compNode" presStyleCnt="0"/>
      <dgm:spPr/>
    </dgm:pt>
    <dgm:pt modelId="{C03DB8FC-6C05-42F9-BFFD-897DD94B2AD5}" type="pres">
      <dgm:prSet presAssocID="{C952256C-4532-4D3E-B174-1A552E707EC7}" presName="bgRect" presStyleLbl="bgShp" presStyleIdx="0" presStyleCnt="4"/>
      <dgm:spPr/>
    </dgm:pt>
    <dgm:pt modelId="{EEE0C2DB-EC15-44EC-B6FA-9BB238130545}" type="pres">
      <dgm:prSet presAssocID="{C952256C-4532-4D3E-B174-1A552E707EC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2A13DDD4-CC16-4967-8F93-05D3B1C76D21}" type="pres">
      <dgm:prSet presAssocID="{C952256C-4532-4D3E-B174-1A552E707EC7}" presName="spaceRect" presStyleCnt="0"/>
      <dgm:spPr/>
    </dgm:pt>
    <dgm:pt modelId="{529D09FB-E8F4-4F21-A0FA-6D721660C99C}" type="pres">
      <dgm:prSet presAssocID="{C952256C-4532-4D3E-B174-1A552E707EC7}" presName="parTx" presStyleLbl="revTx" presStyleIdx="0" presStyleCnt="4">
        <dgm:presLayoutVars>
          <dgm:chMax val="0"/>
          <dgm:chPref val="0"/>
        </dgm:presLayoutVars>
      </dgm:prSet>
      <dgm:spPr/>
    </dgm:pt>
    <dgm:pt modelId="{35540320-9E4F-46D4-8371-3006CDFD9BF0}" type="pres">
      <dgm:prSet presAssocID="{B8549016-A483-427C-B714-62264C890FDF}" presName="sibTrans" presStyleCnt="0"/>
      <dgm:spPr/>
    </dgm:pt>
    <dgm:pt modelId="{90BCB6E3-E5EF-4726-B507-035E84CEA006}" type="pres">
      <dgm:prSet presAssocID="{3761424F-9133-4778-9334-2FFEA059B9F7}" presName="compNode" presStyleCnt="0"/>
      <dgm:spPr/>
    </dgm:pt>
    <dgm:pt modelId="{66E808B8-97F5-4672-BB79-883954E07747}" type="pres">
      <dgm:prSet presAssocID="{3761424F-9133-4778-9334-2FFEA059B9F7}" presName="bgRect" presStyleLbl="bgShp" presStyleIdx="1" presStyleCnt="4"/>
      <dgm:spPr/>
    </dgm:pt>
    <dgm:pt modelId="{42D8CFAC-C889-47B5-AC8C-5CE86E3819F0}" type="pres">
      <dgm:prSet presAssocID="{3761424F-9133-4778-9334-2FFEA059B9F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466A9E2E-0331-4BFF-9C90-EF32CDCB4157}" type="pres">
      <dgm:prSet presAssocID="{3761424F-9133-4778-9334-2FFEA059B9F7}" presName="spaceRect" presStyleCnt="0"/>
      <dgm:spPr/>
    </dgm:pt>
    <dgm:pt modelId="{8A8D5FCF-C7F9-4C4A-9B4D-A0D6347CDF4B}" type="pres">
      <dgm:prSet presAssocID="{3761424F-9133-4778-9334-2FFEA059B9F7}" presName="parTx" presStyleLbl="revTx" presStyleIdx="1" presStyleCnt="4">
        <dgm:presLayoutVars>
          <dgm:chMax val="0"/>
          <dgm:chPref val="0"/>
        </dgm:presLayoutVars>
      </dgm:prSet>
      <dgm:spPr/>
    </dgm:pt>
    <dgm:pt modelId="{5F9D1D99-EDBF-4288-8ABF-E3081C049A62}" type="pres">
      <dgm:prSet presAssocID="{88A072C3-98C7-41A7-9898-CA3D4714A4C5}" presName="sibTrans" presStyleCnt="0"/>
      <dgm:spPr/>
    </dgm:pt>
    <dgm:pt modelId="{6AE38BA8-360B-4D6B-B8D2-1D6CCBDB1249}" type="pres">
      <dgm:prSet presAssocID="{7654CF26-663D-4459-84EE-0A16BE5245EA}" presName="compNode" presStyleCnt="0"/>
      <dgm:spPr/>
    </dgm:pt>
    <dgm:pt modelId="{4A0B68D5-C7BB-44CE-A1FB-1406FC7747C0}" type="pres">
      <dgm:prSet presAssocID="{7654CF26-663D-4459-84EE-0A16BE5245EA}" presName="bgRect" presStyleLbl="bgShp" presStyleIdx="2" presStyleCnt="4"/>
      <dgm:spPr/>
    </dgm:pt>
    <dgm:pt modelId="{69FC0C4B-AFB1-4750-9EA0-0A6003B76B96}" type="pres">
      <dgm:prSet presAssocID="{7654CF26-663D-4459-84EE-0A16BE5245E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13903922-50C4-4716-A347-1839DEF5B18E}" type="pres">
      <dgm:prSet presAssocID="{7654CF26-663D-4459-84EE-0A16BE5245EA}" presName="spaceRect" presStyleCnt="0"/>
      <dgm:spPr/>
    </dgm:pt>
    <dgm:pt modelId="{34096133-00B2-4399-828F-ADB72AB1E80A}" type="pres">
      <dgm:prSet presAssocID="{7654CF26-663D-4459-84EE-0A16BE5245EA}" presName="parTx" presStyleLbl="revTx" presStyleIdx="2" presStyleCnt="4">
        <dgm:presLayoutVars>
          <dgm:chMax val="0"/>
          <dgm:chPref val="0"/>
        </dgm:presLayoutVars>
      </dgm:prSet>
      <dgm:spPr/>
    </dgm:pt>
    <dgm:pt modelId="{82EDBB7C-CF3D-4AFA-A6E7-8164358847BA}" type="pres">
      <dgm:prSet presAssocID="{1743ACC8-B990-49E8-9893-F4D3E9D73083}" presName="sibTrans" presStyleCnt="0"/>
      <dgm:spPr/>
    </dgm:pt>
    <dgm:pt modelId="{B0276DD1-547C-4F43-B3F6-B99BABF51D89}" type="pres">
      <dgm:prSet presAssocID="{C2F5C83C-5F20-44CA-A08B-AB622D962FC7}" presName="compNode" presStyleCnt="0"/>
      <dgm:spPr/>
    </dgm:pt>
    <dgm:pt modelId="{0E483C74-2785-4445-97D2-AD1F4A12C696}" type="pres">
      <dgm:prSet presAssocID="{C2F5C83C-5F20-44CA-A08B-AB622D962FC7}" presName="bgRect" presStyleLbl="bgShp" presStyleIdx="3" presStyleCnt="4"/>
      <dgm:spPr/>
    </dgm:pt>
    <dgm:pt modelId="{DE036148-3DD3-4412-A90F-21784D2874E4}" type="pres">
      <dgm:prSet presAssocID="{C2F5C83C-5F20-44CA-A08B-AB622D962FC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804EB93-B580-430B-BD61-9AF5A64680EC}" type="pres">
      <dgm:prSet presAssocID="{C2F5C83C-5F20-44CA-A08B-AB622D962FC7}" presName="spaceRect" presStyleCnt="0"/>
      <dgm:spPr/>
    </dgm:pt>
    <dgm:pt modelId="{4CADFAF2-4C9F-4A4E-9074-FC76FC8419CC}" type="pres">
      <dgm:prSet presAssocID="{C2F5C83C-5F20-44CA-A08B-AB622D962FC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F191714-EEB3-4EE4-BA7F-43E1724EE914}" type="presOf" srcId="{2D5BA87F-0E39-4BC0-A7B7-9D3020C25521}" destId="{BC688C42-8EBE-4FEF-A9BF-ABCD553DF62A}" srcOrd="0" destOrd="0" presId="urn:microsoft.com/office/officeart/2018/2/layout/IconVerticalSolidList"/>
    <dgm:cxn modelId="{16869365-D73E-4C9F-81EC-8852A65A5A37}" type="presOf" srcId="{7654CF26-663D-4459-84EE-0A16BE5245EA}" destId="{34096133-00B2-4399-828F-ADB72AB1E80A}" srcOrd="0" destOrd="0" presId="urn:microsoft.com/office/officeart/2018/2/layout/IconVerticalSolidList"/>
    <dgm:cxn modelId="{15C6DB71-DF8D-4370-BB47-C4A6D1E20656}" type="presOf" srcId="{C952256C-4532-4D3E-B174-1A552E707EC7}" destId="{529D09FB-E8F4-4F21-A0FA-6D721660C99C}" srcOrd="0" destOrd="0" presId="urn:microsoft.com/office/officeart/2018/2/layout/IconVerticalSolidList"/>
    <dgm:cxn modelId="{9C54385A-4CAB-4676-BA13-082894D01EA3}" srcId="{2D5BA87F-0E39-4BC0-A7B7-9D3020C25521}" destId="{7654CF26-663D-4459-84EE-0A16BE5245EA}" srcOrd="2" destOrd="0" parTransId="{1F608352-3525-4A67-8E3B-111B1027ED97}" sibTransId="{1743ACC8-B990-49E8-9893-F4D3E9D73083}"/>
    <dgm:cxn modelId="{78CC2B91-1B40-4339-9DB0-97D6346ECB4D}" srcId="{2D5BA87F-0E39-4BC0-A7B7-9D3020C25521}" destId="{C2F5C83C-5F20-44CA-A08B-AB622D962FC7}" srcOrd="3" destOrd="0" parTransId="{3886F898-5DB8-4651-A763-6F196557B883}" sibTransId="{8ACAC339-5879-4DE3-8902-8461D28EA28E}"/>
    <dgm:cxn modelId="{ADCF1C99-0417-4979-9F1C-983AAD1B0BEB}" type="presOf" srcId="{3761424F-9133-4778-9334-2FFEA059B9F7}" destId="{8A8D5FCF-C7F9-4C4A-9B4D-A0D6347CDF4B}" srcOrd="0" destOrd="0" presId="urn:microsoft.com/office/officeart/2018/2/layout/IconVerticalSolidList"/>
    <dgm:cxn modelId="{3CAFA0AE-4753-4798-B70D-19B9CB773C80}" srcId="{2D5BA87F-0E39-4BC0-A7B7-9D3020C25521}" destId="{C952256C-4532-4D3E-B174-1A552E707EC7}" srcOrd="0" destOrd="0" parTransId="{B76E7F30-CF52-4A90-94C5-C606BDC02A62}" sibTransId="{B8549016-A483-427C-B714-62264C890FDF}"/>
    <dgm:cxn modelId="{BE408EC8-82AC-4BC4-8956-C162944AD2AE}" type="presOf" srcId="{C2F5C83C-5F20-44CA-A08B-AB622D962FC7}" destId="{4CADFAF2-4C9F-4A4E-9074-FC76FC8419CC}" srcOrd="0" destOrd="0" presId="urn:microsoft.com/office/officeart/2018/2/layout/IconVerticalSolidList"/>
    <dgm:cxn modelId="{9491E8CD-F607-43DC-9521-BEBB16EEB2EF}" srcId="{2D5BA87F-0E39-4BC0-A7B7-9D3020C25521}" destId="{3761424F-9133-4778-9334-2FFEA059B9F7}" srcOrd="1" destOrd="0" parTransId="{2A1FEB87-28B2-4AA4-8E63-9CA2A265DE60}" sibTransId="{88A072C3-98C7-41A7-9898-CA3D4714A4C5}"/>
    <dgm:cxn modelId="{55991525-7E2E-49C5-A765-5FDDF4561F59}" type="presParOf" srcId="{BC688C42-8EBE-4FEF-A9BF-ABCD553DF62A}" destId="{7D1A0CDE-57E9-478C-B513-F436D4BDA25B}" srcOrd="0" destOrd="0" presId="urn:microsoft.com/office/officeart/2018/2/layout/IconVerticalSolidList"/>
    <dgm:cxn modelId="{147175AA-AD79-4CC2-839C-48A72ABD1FF7}" type="presParOf" srcId="{7D1A0CDE-57E9-478C-B513-F436D4BDA25B}" destId="{C03DB8FC-6C05-42F9-BFFD-897DD94B2AD5}" srcOrd="0" destOrd="0" presId="urn:microsoft.com/office/officeart/2018/2/layout/IconVerticalSolidList"/>
    <dgm:cxn modelId="{868ADB52-5161-46CB-B76F-E5024FF491EC}" type="presParOf" srcId="{7D1A0CDE-57E9-478C-B513-F436D4BDA25B}" destId="{EEE0C2DB-EC15-44EC-B6FA-9BB238130545}" srcOrd="1" destOrd="0" presId="urn:microsoft.com/office/officeart/2018/2/layout/IconVerticalSolidList"/>
    <dgm:cxn modelId="{0F920BD6-34F7-43D9-BEAC-92DABD94A5E1}" type="presParOf" srcId="{7D1A0CDE-57E9-478C-B513-F436D4BDA25B}" destId="{2A13DDD4-CC16-4967-8F93-05D3B1C76D21}" srcOrd="2" destOrd="0" presId="urn:microsoft.com/office/officeart/2018/2/layout/IconVerticalSolidList"/>
    <dgm:cxn modelId="{6EDB8F4D-EF80-49A7-A6FA-380EF93D362A}" type="presParOf" srcId="{7D1A0CDE-57E9-478C-B513-F436D4BDA25B}" destId="{529D09FB-E8F4-4F21-A0FA-6D721660C99C}" srcOrd="3" destOrd="0" presId="urn:microsoft.com/office/officeart/2018/2/layout/IconVerticalSolidList"/>
    <dgm:cxn modelId="{12A94F29-F100-4E1D-8B9A-94352BC65122}" type="presParOf" srcId="{BC688C42-8EBE-4FEF-A9BF-ABCD553DF62A}" destId="{35540320-9E4F-46D4-8371-3006CDFD9BF0}" srcOrd="1" destOrd="0" presId="urn:microsoft.com/office/officeart/2018/2/layout/IconVerticalSolidList"/>
    <dgm:cxn modelId="{E660324E-06D3-4F0C-B412-21A79814F07D}" type="presParOf" srcId="{BC688C42-8EBE-4FEF-A9BF-ABCD553DF62A}" destId="{90BCB6E3-E5EF-4726-B507-035E84CEA006}" srcOrd="2" destOrd="0" presId="urn:microsoft.com/office/officeart/2018/2/layout/IconVerticalSolidList"/>
    <dgm:cxn modelId="{57C713F9-DE53-46B8-AC50-62A3CEAA5656}" type="presParOf" srcId="{90BCB6E3-E5EF-4726-B507-035E84CEA006}" destId="{66E808B8-97F5-4672-BB79-883954E07747}" srcOrd="0" destOrd="0" presId="urn:microsoft.com/office/officeart/2018/2/layout/IconVerticalSolidList"/>
    <dgm:cxn modelId="{6FB60101-3504-4735-983E-EA5A03D9BFD6}" type="presParOf" srcId="{90BCB6E3-E5EF-4726-B507-035E84CEA006}" destId="{42D8CFAC-C889-47B5-AC8C-5CE86E3819F0}" srcOrd="1" destOrd="0" presId="urn:microsoft.com/office/officeart/2018/2/layout/IconVerticalSolidList"/>
    <dgm:cxn modelId="{A01489E1-4BE4-4525-B090-AD77C71DF52F}" type="presParOf" srcId="{90BCB6E3-E5EF-4726-B507-035E84CEA006}" destId="{466A9E2E-0331-4BFF-9C90-EF32CDCB4157}" srcOrd="2" destOrd="0" presId="urn:microsoft.com/office/officeart/2018/2/layout/IconVerticalSolidList"/>
    <dgm:cxn modelId="{ADB7B336-B143-41C6-AA1A-EB97A25F8447}" type="presParOf" srcId="{90BCB6E3-E5EF-4726-B507-035E84CEA006}" destId="{8A8D5FCF-C7F9-4C4A-9B4D-A0D6347CDF4B}" srcOrd="3" destOrd="0" presId="urn:microsoft.com/office/officeart/2018/2/layout/IconVerticalSolidList"/>
    <dgm:cxn modelId="{CBC8720B-9575-4EDB-BE07-235E5C89B35E}" type="presParOf" srcId="{BC688C42-8EBE-4FEF-A9BF-ABCD553DF62A}" destId="{5F9D1D99-EDBF-4288-8ABF-E3081C049A62}" srcOrd="3" destOrd="0" presId="urn:microsoft.com/office/officeart/2018/2/layout/IconVerticalSolidList"/>
    <dgm:cxn modelId="{9E90B4E1-B06E-4164-AC43-5FD3D48C686E}" type="presParOf" srcId="{BC688C42-8EBE-4FEF-A9BF-ABCD553DF62A}" destId="{6AE38BA8-360B-4D6B-B8D2-1D6CCBDB1249}" srcOrd="4" destOrd="0" presId="urn:microsoft.com/office/officeart/2018/2/layout/IconVerticalSolidList"/>
    <dgm:cxn modelId="{AF65F18F-CFB5-4545-B18B-EA06552B9021}" type="presParOf" srcId="{6AE38BA8-360B-4D6B-B8D2-1D6CCBDB1249}" destId="{4A0B68D5-C7BB-44CE-A1FB-1406FC7747C0}" srcOrd="0" destOrd="0" presId="urn:microsoft.com/office/officeart/2018/2/layout/IconVerticalSolidList"/>
    <dgm:cxn modelId="{C37F9D19-F42E-49E4-98FA-70F24FA8B272}" type="presParOf" srcId="{6AE38BA8-360B-4D6B-B8D2-1D6CCBDB1249}" destId="{69FC0C4B-AFB1-4750-9EA0-0A6003B76B96}" srcOrd="1" destOrd="0" presId="urn:microsoft.com/office/officeart/2018/2/layout/IconVerticalSolidList"/>
    <dgm:cxn modelId="{30717FDC-9F16-4EE8-AC9F-2B36EE519C8F}" type="presParOf" srcId="{6AE38BA8-360B-4D6B-B8D2-1D6CCBDB1249}" destId="{13903922-50C4-4716-A347-1839DEF5B18E}" srcOrd="2" destOrd="0" presId="urn:microsoft.com/office/officeart/2018/2/layout/IconVerticalSolidList"/>
    <dgm:cxn modelId="{096DCE63-5FBC-40B7-8F00-2E1BD063170A}" type="presParOf" srcId="{6AE38BA8-360B-4D6B-B8D2-1D6CCBDB1249}" destId="{34096133-00B2-4399-828F-ADB72AB1E80A}" srcOrd="3" destOrd="0" presId="urn:microsoft.com/office/officeart/2018/2/layout/IconVerticalSolidList"/>
    <dgm:cxn modelId="{7E793C22-7BE3-4073-A247-A66BA44A8C04}" type="presParOf" srcId="{BC688C42-8EBE-4FEF-A9BF-ABCD553DF62A}" destId="{82EDBB7C-CF3D-4AFA-A6E7-8164358847BA}" srcOrd="5" destOrd="0" presId="urn:microsoft.com/office/officeart/2018/2/layout/IconVerticalSolidList"/>
    <dgm:cxn modelId="{8D4C0869-984C-4C4A-B55A-A9A002641601}" type="presParOf" srcId="{BC688C42-8EBE-4FEF-A9BF-ABCD553DF62A}" destId="{B0276DD1-547C-4F43-B3F6-B99BABF51D89}" srcOrd="6" destOrd="0" presId="urn:microsoft.com/office/officeart/2018/2/layout/IconVerticalSolidList"/>
    <dgm:cxn modelId="{BA28E328-F861-4B08-9B01-17673D7538B0}" type="presParOf" srcId="{B0276DD1-547C-4F43-B3F6-B99BABF51D89}" destId="{0E483C74-2785-4445-97D2-AD1F4A12C696}" srcOrd="0" destOrd="0" presId="urn:microsoft.com/office/officeart/2018/2/layout/IconVerticalSolidList"/>
    <dgm:cxn modelId="{E822E3DF-D842-456C-9105-7C3C9E9895CB}" type="presParOf" srcId="{B0276DD1-547C-4F43-B3F6-B99BABF51D89}" destId="{DE036148-3DD3-4412-A90F-21784D2874E4}" srcOrd="1" destOrd="0" presId="urn:microsoft.com/office/officeart/2018/2/layout/IconVerticalSolidList"/>
    <dgm:cxn modelId="{37B2D84A-F4BC-42D3-935A-C8C04E7AB008}" type="presParOf" srcId="{B0276DD1-547C-4F43-B3F6-B99BABF51D89}" destId="{F804EB93-B580-430B-BD61-9AF5A64680EC}" srcOrd="2" destOrd="0" presId="urn:microsoft.com/office/officeart/2018/2/layout/IconVerticalSolidList"/>
    <dgm:cxn modelId="{5ED91545-A07B-404B-9815-4CEC110E33BB}" type="presParOf" srcId="{B0276DD1-547C-4F43-B3F6-B99BABF51D89}" destId="{4CADFAF2-4C9F-4A4E-9074-FC76FC8419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2FCD0CD-F554-44D4-8A04-84F570C7B5CF}" type="doc">
      <dgm:prSet loTypeId="urn:microsoft.com/office/officeart/2005/8/layout/arrow5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F098FBF-480F-4D4D-9BE9-A9DA25D9DEDF}">
      <dgm:prSet/>
      <dgm:spPr/>
      <dgm:t>
        <a:bodyPr/>
        <a:lstStyle/>
        <a:p>
          <a:r>
            <a:rPr lang="en-US"/>
            <a:t>Scaled 'Time' and 'Amount' with StandardScaler</a:t>
          </a:r>
        </a:p>
      </dgm:t>
    </dgm:pt>
    <dgm:pt modelId="{4455D811-54E3-4E67-B336-CCA1C93BD21D}" type="parTrans" cxnId="{93B0BD86-DBF7-4908-A629-325AB570799B}">
      <dgm:prSet/>
      <dgm:spPr/>
      <dgm:t>
        <a:bodyPr/>
        <a:lstStyle/>
        <a:p>
          <a:endParaRPr lang="en-US"/>
        </a:p>
      </dgm:t>
    </dgm:pt>
    <dgm:pt modelId="{0AB4105B-5F00-449C-A00F-C04474647DEA}" type="sibTrans" cxnId="{93B0BD86-DBF7-4908-A629-325AB570799B}">
      <dgm:prSet/>
      <dgm:spPr/>
      <dgm:t>
        <a:bodyPr/>
        <a:lstStyle/>
        <a:p>
          <a:endParaRPr lang="en-US"/>
        </a:p>
      </dgm:t>
    </dgm:pt>
    <dgm:pt modelId="{9F422B29-92BF-4B82-AE01-449AD9CEBE72}">
      <dgm:prSet/>
      <dgm:spPr/>
      <dgm:t>
        <a:bodyPr/>
        <a:lstStyle/>
        <a:p>
          <a:r>
            <a:rPr lang="en-US"/>
            <a:t>Split data (80% train / 20% test) with stratification</a:t>
          </a:r>
        </a:p>
      </dgm:t>
    </dgm:pt>
    <dgm:pt modelId="{CE54AC89-CFBA-46EC-9544-B705BF32898D}" type="parTrans" cxnId="{119535F7-AA63-41AC-A83D-AFDE8106219E}">
      <dgm:prSet/>
      <dgm:spPr/>
      <dgm:t>
        <a:bodyPr/>
        <a:lstStyle/>
        <a:p>
          <a:endParaRPr lang="en-US"/>
        </a:p>
      </dgm:t>
    </dgm:pt>
    <dgm:pt modelId="{DB63ED67-0783-4A7F-ACEC-866B1B82DF5A}" type="sibTrans" cxnId="{119535F7-AA63-41AC-A83D-AFDE8106219E}">
      <dgm:prSet/>
      <dgm:spPr/>
      <dgm:t>
        <a:bodyPr/>
        <a:lstStyle/>
        <a:p>
          <a:endParaRPr lang="en-US"/>
        </a:p>
      </dgm:t>
    </dgm:pt>
    <dgm:pt modelId="{09FDAEFB-1858-4779-A4E2-E40E0FBEF3B0}">
      <dgm:prSet/>
      <dgm:spPr/>
      <dgm:t>
        <a:bodyPr/>
        <a:lstStyle/>
        <a:p>
          <a:r>
            <a:rPr lang="en-US"/>
            <a:t>Applied SMOTE to training data only</a:t>
          </a:r>
        </a:p>
      </dgm:t>
    </dgm:pt>
    <dgm:pt modelId="{5A7EF6BA-2DC1-4018-996B-C697462E35CC}" type="parTrans" cxnId="{5BC0A93C-C41A-486A-B0DD-5F22F4241429}">
      <dgm:prSet/>
      <dgm:spPr/>
      <dgm:t>
        <a:bodyPr/>
        <a:lstStyle/>
        <a:p>
          <a:endParaRPr lang="en-US"/>
        </a:p>
      </dgm:t>
    </dgm:pt>
    <dgm:pt modelId="{B1AE8862-68A0-4873-84F5-83C424ED8BA4}" type="sibTrans" cxnId="{5BC0A93C-C41A-486A-B0DD-5F22F4241429}">
      <dgm:prSet/>
      <dgm:spPr/>
      <dgm:t>
        <a:bodyPr/>
        <a:lstStyle/>
        <a:p>
          <a:endParaRPr lang="en-US"/>
        </a:p>
      </dgm:t>
    </dgm:pt>
    <dgm:pt modelId="{B8BE4E7C-5491-4056-8DDA-BD665820F0ED}">
      <dgm:prSet/>
      <dgm:spPr/>
      <dgm:t>
        <a:bodyPr/>
        <a:lstStyle/>
        <a:p>
          <a:r>
            <a:rPr lang="en-US"/>
            <a:t>Handled imbalance while preserving distribution</a:t>
          </a:r>
        </a:p>
      </dgm:t>
    </dgm:pt>
    <dgm:pt modelId="{2524E542-D8A9-42EF-807C-A423E926886A}" type="parTrans" cxnId="{86A0A1C4-E92E-4D3C-B2F3-8CDAB2B1BDB1}">
      <dgm:prSet/>
      <dgm:spPr/>
      <dgm:t>
        <a:bodyPr/>
        <a:lstStyle/>
        <a:p>
          <a:endParaRPr lang="en-US"/>
        </a:p>
      </dgm:t>
    </dgm:pt>
    <dgm:pt modelId="{2C8D22A9-1EC1-48C3-8B56-5CB938B29661}" type="sibTrans" cxnId="{86A0A1C4-E92E-4D3C-B2F3-8CDAB2B1BDB1}">
      <dgm:prSet/>
      <dgm:spPr/>
      <dgm:t>
        <a:bodyPr/>
        <a:lstStyle/>
        <a:p>
          <a:endParaRPr lang="en-US"/>
        </a:p>
      </dgm:t>
    </dgm:pt>
    <dgm:pt modelId="{147086D8-6A7D-4E7B-B9CC-ECF39245C460}" type="pres">
      <dgm:prSet presAssocID="{D2FCD0CD-F554-44D4-8A04-84F570C7B5CF}" presName="diagram" presStyleCnt="0">
        <dgm:presLayoutVars>
          <dgm:dir/>
          <dgm:resizeHandles val="exact"/>
        </dgm:presLayoutVars>
      </dgm:prSet>
      <dgm:spPr/>
    </dgm:pt>
    <dgm:pt modelId="{3EDA05ED-97E5-49DF-BCB0-209FA8813058}" type="pres">
      <dgm:prSet presAssocID="{9F098FBF-480F-4D4D-9BE9-A9DA25D9DEDF}" presName="arrow" presStyleLbl="node1" presStyleIdx="0" presStyleCnt="4">
        <dgm:presLayoutVars>
          <dgm:bulletEnabled val="1"/>
        </dgm:presLayoutVars>
      </dgm:prSet>
      <dgm:spPr/>
    </dgm:pt>
    <dgm:pt modelId="{558E6D3A-BE38-46AC-9085-FFF66CDBBFA3}" type="pres">
      <dgm:prSet presAssocID="{9F422B29-92BF-4B82-AE01-449AD9CEBE72}" presName="arrow" presStyleLbl="node1" presStyleIdx="1" presStyleCnt="4">
        <dgm:presLayoutVars>
          <dgm:bulletEnabled val="1"/>
        </dgm:presLayoutVars>
      </dgm:prSet>
      <dgm:spPr/>
    </dgm:pt>
    <dgm:pt modelId="{315175FD-EB88-4235-8368-4BE26329C084}" type="pres">
      <dgm:prSet presAssocID="{09FDAEFB-1858-4779-A4E2-E40E0FBEF3B0}" presName="arrow" presStyleLbl="node1" presStyleIdx="2" presStyleCnt="4">
        <dgm:presLayoutVars>
          <dgm:bulletEnabled val="1"/>
        </dgm:presLayoutVars>
      </dgm:prSet>
      <dgm:spPr/>
    </dgm:pt>
    <dgm:pt modelId="{BFB3A97E-E669-44C2-ABEF-AC377BD6A3B6}" type="pres">
      <dgm:prSet presAssocID="{B8BE4E7C-5491-4056-8DDA-BD665820F0ED}" presName="arrow" presStyleLbl="node1" presStyleIdx="3" presStyleCnt="4">
        <dgm:presLayoutVars>
          <dgm:bulletEnabled val="1"/>
        </dgm:presLayoutVars>
      </dgm:prSet>
      <dgm:spPr/>
    </dgm:pt>
  </dgm:ptLst>
  <dgm:cxnLst>
    <dgm:cxn modelId="{DA631019-524D-4287-84CD-D50A87ED1387}" type="presOf" srcId="{9F422B29-92BF-4B82-AE01-449AD9CEBE72}" destId="{558E6D3A-BE38-46AC-9085-FFF66CDBBFA3}" srcOrd="0" destOrd="0" presId="urn:microsoft.com/office/officeart/2005/8/layout/arrow5"/>
    <dgm:cxn modelId="{5BC0A93C-C41A-486A-B0DD-5F22F4241429}" srcId="{D2FCD0CD-F554-44D4-8A04-84F570C7B5CF}" destId="{09FDAEFB-1858-4779-A4E2-E40E0FBEF3B0}" srcOrd="2" destOrd="0" parTransId="{5A7EF6BA-2DC1-4018-996B-C697462E35CC}" sibTransId="{B1AE8862-68A0-4873-84F5-83C424ED8BA4}"/>
    <dgm:cxn modelId="{93B0BD86-DBF7-4908-A629-325AB570799B}" srcId="{D2FCD0CD-F554-44D4-8A04-84F570C7B5CF}" destId="{9F098FBF-480F-4D4D-9BE9-A9DA25D9DEDF}" srcOrd="0" destOrd="0" parTransId="{4455D811-54E3-4E67-B336-CCA1C93BD21D}" sibTransId="{0AB4105B-5F00-449C-A00F-C04474647DEA}"/>
    <dgm:cxn modelId="{86A0A1C4-E92E-4D3C-B2F3-8CDAB2B1BDB1}" srcId="{D2FCD0CD-F554-44D4-8A04-84F570C7B5CF}" destId="{B8BE4E7C-5491-4056-8DDA-BD665820F0ED}" srcOrd="3" destOrd="0" parTransId="{2524E542-D8A9-42EF-807C-A423E926886A}" sibTransId="{2C8D22A9-1EC1-48C3-8B56-5CB938B29661}"/>
    <dgm:cxn modelId="{6B1A39CB-57F8-4A69-B306-C727B8D980BB}" type="presOf" srcId="{B8BE4E7C-5491-4056-8DDA-BD665820F0ED}" destId="{BFB3A97E-E669-44C2-ABEF-AC377BD6A3B6}" srcOrd="0" destOrd="0" presId="urn:microsoft.com/office/officeart/2005/8/layout/arrow5"/>
    <dgm:cxn modelId="{3D6DC2DC-F60C-4DE2-83ED-52C8EF46B2A4}" type="presOf" srcId="{9F098FBF-480F-4D4D-9BE9-A9DA25D9DEDF}" destId="{3EDA05ED-97E5-49DF-BCB0-209FA8813058}" srcOrd="0" destOrd="0" presId="urn:microsoft.com/office/officeart/2005/8/layout/arrow5"/>
    <dgm:cxn modelId="{C80C7CE1-A088-46E3-AEF4-85F9346420FD}" type="presOf" srcId="{D2FCD0CD-F554-44D4-8A04-84F570C7B5CF}" destId="{147086D8-6A7D-4E7B-B9CC-ECF39245C460}" srcOrd="0" destOrd="0" presId="urn:microsoft.com/office/officeart/2005/8/layout/arrow5"/>
    <dgm:cxn modelId="{119535F7-AA63-41AC-A83D-AFDE8106219E}" srcId="{D2FCD0CD-F554-44D4-8A04-84F570C7B5CF}" destId="{9F422B29-92BF-4B82-AE01-449AD9CEBE72}" srcOrd="1" destOrd="0" parTransId="{CE54AC89-CFBA-46EC-9544-B705BF32898D}" sibTransId="{DB63ED67-0783-4A7F-ACEC-866B1B82DF5A}"/>
    <dgm:cxn modelId="{DB9123FA-6D66-4F9D-8F6F-B16A6F75E7A7}" type="presOf" srcId="{09FDAEFB-1858-4779-A4E2-E40E0FBEF3B0}" destId="{315175FD-EB88-4235-8368-4BE26329C084}" srcOrd="0" destOrd="0" presId="urn:microsoft.com/office/officeart/2005/8/layout/arrow5"/>
    <dgm:cxn modelId="{70E05A89-50D6-42EF-89DD-C12F1864D161}" type="presParOf" srcId="{147086D8-6A7D-4E7B-B9CC-ECF39245C460}" destId="{3EDA05ED-97E5-49DF-BCB0-209FA8813058}" srcOrd="0" destOrd="0" presId="urn:microsoft.com/office/officeart/2005/8/layout/arrow5"/>
    <dgm:cxn modelId="{D45A0ECC-1E99-4EE9-9AA5-308FF9C08816}" type="presParOf" srcId="{147086D8-6A7D-4E7B-B9CC-ECF39245C460}" destId="{558E6D3A-BE38-46AC-9085-FFF66CDBBFA3}" srcOrd="1" destOrd="0" presId="urn:microsoft.com/office/officeart/2005/8/layout/arrow5"/>
    <dgm:cxn modelId="{1F1974A8-3263-4114-AD71-E839E56DDA73}" type="presParOf" srcId="{147086D8-6A7D-4E7B-B9CC-ECF39245C460}" destId="{315175FD-EB88-4235-8368-4BE26329C084}" srcOrd="2" destOrd="0" presId="urn:microsoft.com/office/officeart/2005/8/layout/arrow5"/>
    <dgm:cxn modelId="{1BE62577-B580-4144-A218-7B42943348B8}" type="presParOf" srcId="{147086D8-6A7D-4E7B-B9CC-ECF39245C460}" destId="{BFB3A97E-E669-44C2-ABEF-AC377BD6A3B6}" srcOrd="3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6F759F5-5C8E-45C1-B86A-2FDF27FB463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4A9B0B2-9B90-4C78-8CDC-EA34485B9733}">
      <dgm:prSet/>
      <dgm:spPr/>
      <dgm:t>
        <a:bodyPr/>
        <a:lstStyle/>
        <a:p>
          <a:pPr>
            <a:defRPr cap="all"/>
          </a:pPr>
          <a:r>
            <a:rPr lang="en-US"/>
            <a:t>Fraud vs Non-fraud transaction amount distribution</a:t>
          </a:r>
        </a:p>
      </dgm:t>
    </dgm:pt>
    <dgm:pt modelId="{34FD670E-F769-4F96-AC24-2ED0B8BA10E9}" type="parTrans" cxnId="{278B0EFA-046F-46BB-9BCD-F7E09845420E}">
      <dgm:prSet/>
      <dgm:spPr/>
      <dgm:t>
        <a:bodyPr/>
        <a:lstStyle/>
        <a:p>
          <a:endParaRPr lang="en-US"/>
        </a:p>
      </dgm:t>
    </dgm:pt>
    <dgm:pt modelId="{2CD9F903-D83F-4FAE-9037-706FD35969B9}" type="sibTrans" cxnId="{278B0EFA-046F-46BB-9BCD-F7E09845420E}">
      <dgm:prSet/>
      <dgm:spPr/>
      <dgm:t>
        <a:bodyPr/>
        <a:lstStyle/>
        <a:p>
          <a:endParaRPr lang="en-US"/>
        </a:p>
      </dgm:t>
    </dgm:pt>
    <dgm:pt modelId="{95C988BC-6653-4F12-BAAE-6021026AA8E1}">
      <dgm:prSet/>
      <dgm:spPr/>
      <dgm:t>
        <a:bodyPr/>
        <a:lstStyle/>
        <a:p>
          <a:pPr>
            <a:defRPr cap="all"/>
          </a:pPr>
          <a:r>
            <a:rPr lang="en-US"/>
            <a:t>Time-based transaction frequency plot</a:t>
          </a:r>
        </a:p>
      </dgm:t>
    </dgm:pt>
    <dgm:pt modelId="{4604B808-67A8-4BA8-9950-D3E94E54995A}" type="parTrans" cxnId="{21BD6B1C-67B3-44F0-9678-D6506D583EC1}">
      <dgm:prSet/>
      <dgm:spPr/>
      <dgm:t>
        <a:bodyPr/>
        <a:lstStyle/>
        <a:p>
          <a:endParaRPr lang="en-US"/>
        </a:p>
      </dgm:t>
    </dgm:pt>
    <dgm:pt modelId="{7EA4A408-0672-4DE0-80EB-4B97D76610E8}" type="sibTrans" cxnId="{21BD6B1C-67B3-44F0-9678-D6506D583EC1}">
      <dgm:prSet/>
      <dgm:spPr/>
      <dgm:t>
        <a:bodyPr/>
        <a:lstStyle/>
        <a:p>
          <a:endParaRPr lang="en-US"/>
        </a:p>
      </dgm:t>
    </dgm:pt>
    <dgm:pt modelId="{FC30787D-FB52-4379-9902-CF13FE3D6E0E}">
      <dgm:prSet/>
      <dgm:spPr/>
      <dgm:t>
        <a:bodyPr/>
        <a:lstStyle/>
        <a:p>
          <a:pPr>
            <a:defRPr cap="all"/>
          </a:pPr>
          <a:r>
            <a:rPr lang="en-US"/>
            <a:t>Observations: Fraud occurs across all ranges and timeframes</a:t>
          </a:r>
        </a:p>
      </dgm:t>
    </dgm:pt>
    <dgm:pt modelId="{B5150DCD-4DD0-449B-9E8B-839D834EA729}" type="parTrans" cxnId="{3E1EC55E-E081-472A-927B-AA38AC2F6D3F}">
      <dgm:prSet/>
      <dgm:spPr/>
      <dgm:t>
        <a:bodyPr/>
        <a:lstStyle/>
        <a:p>
          <a:endParaRPr lang="en-US"/>
        </a:p>
      </dgm:t>
    </dgm:pt>
    <dgm:pt modelId="{0FBB4D2A-D28F-4793-9362-2E3C745013F9}" type="sibTrans" cxnId="{3E1EC55E-E081-472A-927B-AA38AC2F6D3F}">
      <dgm:prSet/>
      <dgm:spPr/>
      <dgm:t>
        <a:bodyPr/>
        <a:lstStyle/>
        <a:p>
          <a:endParaRPr lang="en-US"/>
        </a:p>
      </dgm:t>
    </dgm:pt>
    <dgm:pt modelId="{94236AAF-FD3F-4B88-B280-8511AF55A7DB}" type="pres">
      <dgm:prSet presAssocID="{66F759F5-5C8E-45C1-B86A-2FDF27FB4633}" presName="root" presStyleCnt="0">
        <dgm:presLayoutVars>
          <dgm:dir/>
          <dgm:resizeHandles val="exact"/>
        </dgm:presLayoutVars>
      </dgm:prSet>
      <dgm:spPr/>
    </dgm:pt>
    <dgm:pt modelId="{CB66C22F-EE59-4B09-9DEC-72786763B06D}" type="pres">
      <dgm:prSet presAssocID="{44A9B0B2-9B90-4C78-8CDC-EA34485B9733}" presName="compNode" presStyleCnt="0"/>
      <dgm:spPr/>
    </dgm:pt>
    <dgm:pt modelId="{F0AFAB47-BDCF-4A37-A18F-0D8D85EBD286}" type="pres">
      <dgm:prSet presAssocID="{44A9B0B2-9B90-4C78-8CDC-EA34485B9733}" presName="iconBgRect" presStyleLbl="bgShp" presStyleIdx="0" presStyleCnt="3"/>
      <dgm:spPr/>
    </dgm:pt>
    <dgm:pt modelId="{A904A116-A126-4C2C-B820-13546529C234}" type="pres">
      <dgm:prSet presAssocID="{44A9B0B2-9B90-4C78-8CDC-EA34485B973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B2E34340-8FE6-4621-AADB-05439452F40D}" type="pres">
      <dgm:prSet presAssocID="{44A9B0B2-9B90-4C78-8CDC-EA34485B9733}" presName="spaceRect" presStyleCnt="0"/>
      <dgm:spPr/>
    </dgm:pt>
    <dgm:pt modelId="{360C7B2C-3F2E-40E2-BFD8-5C0B5DD6C84D}" type="pres">
      <dgm:prSet presAssocID="{44A9B0B2-9B90-4C78-8CDC-EA34485B9733}" presName="textRect" presStyleLbl="revTx" presStyleIdx="0" presStyleCnt="3">
        <dgm:presLayoutVars>
          <dgm:chMax val="1"/>
          <dgm:chPref val="1"/>
        </dgm:presLayoutVars>
      </dgm:prSet>
      <dgm:spPr/>
    </dgm:pt>
    <dgm:pt modelId="{63268420-4D6E-428A-9136-04211CFD36CD}" type="pres">
      <dgm:prSet presAssocID="{2CD9F903-D83F-4FAE-9037-706FD35969B9}" presName="sibTrans" presStyleCnt="0"/>
      <dgm:spPr/>
    </dgm:pt>
    <dgm:pt modelId="{CE611D70-4918-472A-AEFF-5E3AEE900A03}" type="pres">
      <dgm:prSet presAssocID="{95C988BC-6653-4F12-BAAE-6021026AA8E1}" presName="compNode" presStyleCnt="0"/>
      <dgm:spPr/>
    </dgm:pt>
    <dgm:pt modelId="{7D63F8D9-434C-4DB6-A042-285A95864501}" type="pres">
      <dgm:prSet presAssocID="{95C988BC-6653-4F12-BAAE-6021026AA8E1}" presName="iconBgRect" presStyleLbl="bgShp" presStyleIdx="1" presStyleCnt="3"/>
      <dgm:spPr/>
    </dgm:pt>
    <dgm:pt modelId="{DFD953B6-6D30-4529-B5CB-B8D3943C022C}" type="pres">
      <dgm:prSet presAssocID="{95C988BC-6653-4F12-BAAE-6021026AA8E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9288C58-6D6E-4650-A1DA-D9CFB0D32BC9}" type="pres">
      <dgm:prSet presAssocID="{95C988BC-6653-4F12-BAAE-6021026AA8E1}" presName="spaceRect" presStyleCnt="0"/>
      <dgm:spPr/>
    </dgm:pt>
    <dgm:pt modelId="{E1CA3983-76E6-4E95-8523-0874B71C6BD1}" type="pres">
      <dgm:prSet presAssocID="{95C988BC-6653-4F12-BAAE-6021026AA8E1}" presName="textRect" presStyleLbl="revTx" presStyleIdx="1" presStyleCnt="3">
        <dgm:presLayoutVars>
          <dgm:chMax val="1"/>
          <dgm:chPref val="1"/>
        </dgm:presLayoutVars>
      </dgm:prSet>
      <dgm:spPr/>
    </dgm:pt>
    <dgm:pt modelId="{F0F9663E-5704-4A73-953C-3844E2A6E870}" type="pres">
      <dgm:prSet presAssocID="{7EA4A408-0672-4DE0-80EB-4B97D76610E8}" presName="sibTrans" presStyleCnt="0"/>
      <dgm:spPr/>
    </dgm:pt>
    <dgm:pt modelId="{F2127B44-DC6D-43D4-9063-5A107104FCDB}" type="pres">
      <dgm:prSet presAssocID="{FC30787D-FB52-4379-9902-CF13FE3D6E0E}" presName="compNode" presStyleCnt="0"/>
      <dgm:spPr/>
    </dgm:pt>
    <dgm:pt modelId="{11DE8EEF-AA4C-455E-85BB-1AC9232EBB38}" type="pres">
      <dgm:prSet presAssocID="{FC30787D-FB52-4379-9902-CF13FE3D6E0E}" presName="iconBgRect" presStyleLbl="bgShp" presStyleIdx="2" presStyleCnt="3"/>
      <dgm:spPr/>
    </dgm:pt>
    <dgm:pt modelId="{4B4CF736-1A36-4ED8-872B-5B0AB9DF56A3}" type="pres">
      <dgm:prSet presAssocID="{FC30787D-FB52-4379-9902-CF13FE3D6E0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BC4FF454-7BCE-472D-A8F6-500B939BDE67}" type="pres">
      <dgm:prSet presAssocID="{FC30787D-FB52-4379-9902-CF13FE3D6E0E}" presName="spaceRect" presStyleCnt="0"/>
      <dgm:spPr/>
    </dgm:pt>
    <dgm:pt modelId="{EB97B500-1602-404F-8DB7-2EA93FD5AC4C}" type="pres">
      <dgm:prSet presAssocID="{FC30787D-FB52-4379-9902-CF13FE3D6E0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1BD6B1C-67B3-44F0-9678-D6506D583EC1}" srcId="{66F759F5-5C8E-45C1-B86A-2FDF27FB4633}" destId="{95C988BC-6653-4F12-BAAE-6021026AA8E1}" srcOrd="1" destOrd="0" parTransId="{4604B808-67A8-4BA8-9950-D3E94E54995A}" sibTransId="{7EA4A408-0672-4DE0-80EB-4B97D76610E8}"/>
    <dgm:cxn modelId="{FD6B531E-CD77-4BAF-A9B1-134662D2FBF5}" type="presOf" srcId="{FC30787D-FB52-4379-9902-CF13FE3D6E0E}" destId="{EB97B500-1602-404F-8DB7-2EA93FD5AC4C}" srcOrd="0" destOrd="0" presId="urn:microsoft.com/office/officeart/2018/5/layout/IconCircleLabelList"/>
    <dgm:cxn modelId="{3E1EC55E-E081-472A-927B-AA38AC2F6D3F}" srcId="{66F759F5-5C8E-45C1-B86A-2FDF27FB4633}" destId="{FC30787D-FB52-4379-9902-CF13FE3D6E0E}" srcOrd="2" destOrd="0" parTransId="{B5150DCD-4DD0-449B-9E8B-839D834EA729}" sibTransId="{0FBB4D2A-D28F-4793-9362-2E3C745013F9}"/>
    <dgm:cxn modelId="{14EB426F-0C9E-48B3-9F1A-439B460DA5E9}" type="presOf" srcId="{66F759F5-5C8E-45C1-B86A-2FDF27FB4633}" destId="{94236AAF-FD3F-4B88-B280-8511AF55A7DB}" srcOrd="0" destOrd="0" presId="urn:microsoft.com/office/officeart/2018/5/layout/IconCircleLabelList"/>
    <dgm:cxn modelId="{3E959279-318A-41A0-AC07-FEF578FDFA9E}" type="presOf" srcId="{44A9B0B2-9B90-4C78-8CDC-EA34485B9733}" destId="{360C7B2C-3F2E-40E2-BFD8-5C0B5DD6C84D}" srcOrd="0" destOrd="0" presId="urn:microsoft.com/office/officeart/2018/5/layout/IconCircleLabelList"/>
    <dgm:cxn modelId="{A62F998C-A427-4445-A2CB-83306DB56BB3}" type="presOf" srcId="{95C988BC-6653-4F12-BAAE-6021026AA8E1}" destId="{E1CA3983-76E6-4E95-8523-0874B71C6BD1}" srcOrd="0" destOrd="0" presId="urn:microsoft.com/office/officeart/2018/5/layout/IconCircleLabelList"/>
    <dgm:cxn modelId="{278B0EFA-046F-46BB-9BCD-F7E09845420E}" srcId="{66F759F5-5C8E-45C1-B86A-2FDF27FB4633}" destId="{44A9B0B2-9B90-4C78-8CDC-EA34485B9733}" srcOrd="0" destOrd="0" parTransId="{34FD670E-F769-4F96-AC24-2ED0B8BA10E9}" sibTransId="{2CD9F903-D83F-4FAE-9037-706FD35969B9}"/>
    <dgm:cxn modelId="{C89508C8-573D-49A7-9EA9-551671CF95A0}" type="presParOf" srcId="{94236AAF-FD3F-4B88-B280-8511AF55A7DB}" destId="{CB66C22F-EE59-4B09-9DEC-72786763B06D}" srcOrd="0" destOrd="0" presId="urn:microsoft.com/office/officeart/2018/5/layout/IconCircleLabelList"/>
    <dgm:cxn modelId="{315C3D56-90DD-4605-B83A-79DBE300B19B}" type="presParOf" srcId="{CB66C22F-EE59-4B09-9DEC-72786763B06D}" destId="{F0AFAB47-BDCF-4A37-A18F-0D8D85EBD286}" srcOrd="0" destOrd="0" presId="urn:microsoft.com/office/officeart/2018/5/layout/IconCircleLabelList"/>
    <dgm:cxn modelId="{D681B8E6-10F3-44CE-B7E7-195EF6EFF7F4}" type="presParOf" srcId="{CB66C22F-EE59-4B09-9DEC-72786763B06D}" destId="{A904A116-A126-4C2C-B820-13546529C234}" srcOrd="1" destOrd="0" presId="urn:microsoft.com/office/officeart/2018/5/layout/IconCircleLabelList"/>
    <dgm:cxn modelId="{F2F8812F-9D5C-4C24-BEC8-4ECE81B16D46}" type="presParOf" srcId="{CB66C22F-EE59-4B09-9DEC-72786763B06D}" destId="{B2E34340-8FE6-4621-AADB-05439452F40D}" srcOrd="2" destOrd="0" presId="urn:microsoft.com/office/officeart/2018/5/layout/IconCircleLabelList"/>
    <dgm:cxn modelId="{D323F8EA-1CBC-4BE5-8B9B-80C8F87C3E71}" type="presParOf" srcId="{CB66C22F-EE59-4B09-9DEC-72786763B06D}" destId="{360C7B2C-3F2E-40E2-BFD8-5C0B5DD6C84D}" srcOrd="3" destOrd="0" presId="urn:microsoft.com/office/officeart/2018/5/layout/IconCircleLabelList"/>
    <dgm:cxn modelId="{1AD6A029-5081-4320-8F0F-4E4070661515}" type="presParOf" srcId="{94236AAF-FD3F-4B88-B280-8511AF55A7DB}" destId="{63268420-4D6E-428A-9136-04211CFD36CD}" srcOrd="1" destOrd="0" presId="urn:microsoft.com/office/officeart/2018/5/layout/IconCircleLabelList"/>
    <dgm:cxn modelId="{A20AB732-B170-48F2-807E-A9695F8C4A18}" type="presParOf" srcId="{94236AAF-FD3F-4B88-B280-8511AF55A7DB}" destId="{CE611D70-4918-472A-AEFF-5E3AEE900A03}" srcOrd="2" destOrd="0" presId="urn:microsoft.com/office/officeart/2018/5/layout/IconCircleLabelList"/>
    <dgm:cxn modelId="{6ED20488-830E-4B45-9450-52542B2A3596}" type="presParOf" srcId="{CE611D70-4918-472A-AEFF-5E3AEE900A03}" destId="{7D63F8D9-434C-4DB6-A042-285A95864501}" srcOrd="0" destOrd="0" presId="urn:microsoft.com/office/officeart/2018/5/layout/IconCircleLabelList"/>
    <dgm:cxn modelId="{50257F6E-32EB-4874-881F-CF42FAD7BC21}" type="presParOf" srcId="{CE611D70-4918-472A-AEFF-5E3AEE900A03}" destId="{DFD953B6-6D30-4529-B5CB-B8D3943C022C}" srcOrd="1" destOrd="0" presId="urn:microsoft.com/office/officeart/2018/5/layout/IconCircleLabelList"/>
    <dgm:cxn modelId="{A2251519-E4DE-449C-99D7-58ADEB747F03}" type="presParOf" srcId="{CE611D70-4918-472A-AEFF-5E3AEE900A03}" destId="{F9288C58-6D6E-4650-A1DA-D9CFB0D32BC9}" srcOrd="2" destOrd="0" presId="urn:microsoft.com/office/officeart/2018/5/layout/IconCircleLabelList"/>
    <dgm:cxn modelId="{5C2B70B6-F9FD-470C-B798-F40A222A9EBE}" type="presParOf" srcId="{CE611D70-4918-472A-AEFF-5E3AEE900A03}" destId="{E1CA3983-76E6-4E95-8523-0874B71C6BD1}" srcOrd="3" destOrd="0" presId="urn:microsoft.com/office/officeart/2018/5/layout/IconCircleLabelList"/>
    <dgm:cxn modelId="{E819EE0F-5284-422E-AFDE-DFCC3DE84C13}" type="presParOf" srcId="{94236AAF-FD3F-4B88-B280-8511AF55A7DB}" destId="{F0F9663E-5704-4A73-953C-3844E2A6E870}" srcOrd="3" destOrd="0" presId="urn:microsoft.com/office/officeart/2018/5/layout/IconCircleLabelList"/>
    <dgm:cxn modelId="{286B820E-636F-44C1-97F1-90D26DCCE145}" type="presParOf" srcId="{94236AAF-FD3F-4B88-B280-8511AF55A7DB}" destId="{F2127B44-DC6D-43D4-9063-5A107104FCDB}" srcOrd="4" destOrd="0" presId="urn:microsoft.com/office/officeart/2018/5/layout/IconCircleLabelList"/>
    <dgm:cxn modelId="{FD942D34-BFA1-4AAC-867A-E5F945B5593F}" type="presParOf" srcId="{F2127B44-DC6D-43D4-9063-5A107104FCDB}" destId="{11DE8EEF-AA4C-455E-85BB-1AC9232EBB38}" srcOrd="0" destOrd="0" presId="urn:microsoft.com/office/officeart/2018/5/layout/IconCircleLabelList"/>
    <dgm:cxn modelId="{4B596414-E12F-4D15-BBDA-36F61C093510}" type="presParOf" srcId="{F2127B44-DC6D-43D4-9063-5A107104FCDB}" destId="{4B4CF736-1A36-4ED8-872B-5B0AB9DF56A3}" srcOrd="1" destOrd="0" presId="urn:microsoft.com/office/officeart/2018/5/layout/IconCircleLabelList"/>
    <dgm:cxn modelId="{E69FBB08-2B3A-4FAB-9898-EC842FAAA234}" type="presParOf" srcId="{F2127B44-DC6D-43D4-9063-5A107104FCDB}" destId="{BC4FF454-7BCE-472D-A8F6-500B939BDE67}" srcOrd="2" destOrd="0" presId="urn:microsoft.com/office/officeart/2018/5/layout/IconCircleLabelList"/>
    <dgm:cxn modelId="{846B7E53-2966-4DF3-97C8-A069C16B8397}" type="presParOf" srcId="{F2127B44-DC6D-43D4-9063-5A107104FCDB}" destId="{EB97B500-1602-404F-8DB7-2EA93FD5AC4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7DC6B18-CEE0-4DC4-BBA7-CE2E852A072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52F96EC-F21A-425E-B971-8631F6F190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Logistic Regression: Simple, interpretable baseline</a:t>
          </a:r>
        </a:p>
      </dgm:t>
    </dgm:pt>
    <dgm:pt modelId="{5586E46D-7F84-45D1-B15D-DE373D84D680}" type="parTrans" cxnId="{1B504C4A-2791-4242-B069-4EE7A97A3BBF}">
      <dgm:prSet/>
      <dgm:spPr/>
      <dgm:t>
        <a:bodyPr/>
        <a:lstStyle/>
        <a:p>
          <a:endParaRPr lang="en-US"/>
        </a:p>
      </dgm:t>
    </dgm:pt>
    <dgm:pt modelId="{91924B04-E31B-48E5-9598-F9BCE92E3226}" type="sibTrans" cxnId="{1B504C4A-2791-4242-B069-4EE7A97A3BBF}">
      <dgm:prSet/>
      <dgm:spPr/>
      <dgm:t>
        <a:bodyPr/>
        <a:lstStyle/>
        <a:p>
          <a:endParaRPr lang="en-US"/>
        </a:p>
      </dgm:t>
    </dgm:pt>
    <dgm:pt modelId="{7B2817BE-0ED5-4DEC-8BA3-9D8462D3C71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Random Forest Classifier: Powerful ensemble model</a:t>
          </a:r>
        </a:p>
      </dgm:t>
    </dgm:pt>
    <dgm:pt modelId="{73F4BD31-9F56-4E7B-8E47-C9DF86A48A3E}" type="parTrans" cxnId="{F58C0ADF-F4E9-483F-8332-0ADB468AB5E8}">
      <dgm:prSet/>
      <dgm:spPr/>
      <dgm:t>
        <a:bodyPr/>
        <a:lstStyle/>
        <a:p>
          <a:endParaRPr lang="en-US"/>
        </a:p>
      </dgm:t>
    </dgm:pt>
    <dgm:pt modelId="{B9979642-515C-475F-B010-E330CF95D501}" type="sibTrans" cxnId="{F58C0ADF-F4E9-483F-8332-0ADB468AB5E8}">
      <dgm:prSet/>
      <dgm:spPr/>
      <dgm:t>
        <a:bodyPr/>
        <a:lstStyle/>
        <a:p>
          <a:endParaRPr lang="en-US"/>
        </a:p>
      </dgm:t>
    </dgm:pt>
    <dgm:pt modelId="{1383684E-C8C4-4145-94A2-D023ED75DA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Chosen for: Accuracy, interpretability (LR) and performance (RF)</a:t>
          </a:r>
        </a:p>
      </dgm:t>
    </dgm:pt>
    <dgm:pt modelId="{39D63FC0-51E5-45AF-AE7F-CF9F5F77674B}" type="parTrans" cxnId="{10F096F4-2D26-4B51-ADD0-CDF5B1937B48}">
      <dgm:prSet/>
      <dgm:spPr/>
      <dgm:t>
        <a:bodyPr/>
        <a:lstStyle/>
        <a:p>
          <a:endParaRPr lang="en-US"/>
        </a:p>
      </dgm:t>
    </dgm:pt>
    <dgm:pt modelId="{F9B8AD7D-CE71-421A-80C4-230119444ABB}" type="sibTrans" cxnId="{10F096F4-2D26-4B51-ADD0-CDF5B1937B48}">
      <dgm:prSet/>
      <dgm:spPr/>
      <dgm:t>
        <a:bodyPr/>
        <a:lstStyle/>
        <a:p>
          <a:endParaRPr lang="en-US"/>
        </a:p>
      </dgm:t>
    </dgm:pt>
    <dgm:pt modelId="{67308057-F522-4C2C-A873-E7D311353149}" type="pres">
      <dgm:prSet presAssocID="{67DC6B18-CEE0-4DC4-BBA7-CE2E852A072B}" presName="root" presStyleCnt="0">
        <dgm:presLayoutVars>
          <dgm:dir/>
          <dgm:resizeHandles val="exact"/>
        </dgm:presLayoutVars>
      </dgm:prSet>
      <dgm:spPr/>
    </dgm:pt>
    <dgm:pt modelId="{B7BE8AE6-A6C9-4327-BD96-9CC6D96605E7}" type="pres">
      <dgm:prSet presAssocID="{752F96EC-F21A-425E-B971-8631F6F19093}" presName="compNode" presStyleCnt="0"/>
      <dgm:spPr/>
    </dgm:pt>
    <dgm:pt modelId="{47F8779D-3AA8-449E-87EF-439F5503C9DC}" type="pres">
      <dgm:prSet presAssocID="{752F96EC-F21A-425E-B971-8631F6F19093}" presName="bgRect" presStyleLbl="bgShp" presStyleIdx="0" presStyleCnt="3"/>
      <dgm:spPr/>
    </dgm:pt>
    <dgm:pt modelId="{010FDD99-A4C5-4326-AB3C-AB033758A50C}" type="pres">
      <dgm:prSet presAssocID="{752F96EC-F21A-425E-B971-8631F6F190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B6EE67C-681A-4F02-93ED-23E39EEB6844}" type="pres">
      <dgm:prSet presAssocID="{752F96EC-F21A-425E-B971-8631F6F19093}" presName="spaceRect" presStyleCnt="0"/>
      <dgm:spPr/>
    </dgm:pt>
    <dgm:pt modelId="{BB3F1167-0336-4F2B-A376-721D3E3A3B04}" type="pres">
      <dgm:prSet presAssocID="{752F96EC-F21A-425E-B971-8631F6F19093}" presName="parTx" presStyleLbl="revTx" presStyleIdx="0" presStyleCnt="3">
        <dgm:presLayoutVars>
          <dgm:chMax val="0"/>
          <dgm:chPref val="0"/>
        </dgm:presLayoutVars>
      </dgm:prSet>
      <dgm:spPr/>
    </dgm:pt>
    <dgm:pt modelId="{CC849B34-6C29-47DA-8D38-DDDFCB6F97D0}" type="pres">
      <dgm:prSet presAssocID="{91924B04-E31B-48E5-9598-F9BCE92E3226}" presName="sibTrans" presStyleCnt="0"/>
      <dgm:spPr/>
    </dgm:pt>
    <dgm:pt modelId="{351C91DF-418B-4B00-ACF2-E82C1A35C71B}" type="pres">
      <dgm:prSet presAssocID="{7B2817BE-0ED5-4DEC-8BA3-9D8462D3C712}" presName="compNode" presStyleCnt="0"/>
      <dgm:spPr/>
    </dgm:pt>
    <dgm:pt modelId="{B34E9B12-2CDB-4489-A3D1-160536CEBF21}" type="pres">
      <dgm:prSet presAssocID="{7B2817BE-0ED5-4DEC-8BA3-9D8462D3C712}" presName="bgRect" presStyleLbl="bgShp" presStyleIdx="1" presStyleCnt="3"/>
      <dgm:spPr/>
    </dgm:pt>
    <dgm:pt modelId="{155AF912-3E15-468F-B50D-DDBA43C15E41}" type="pres">
      <dgm:prSet presAssocID="{7B2817BE-0ED5-4DEC-8BA3-9D8462D3C71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682965CF-CC4E-46DD-91AD-12FE0A0DE8A8}" type="pres">
      <dgm:prSet presAssocID="{7B2817BE-0ED5-4DEC-8BA3-9D8462D3C712}" presName="spaceRect" presStyleCnt="0"/>
      <dgm:spPr/>
    </dgm:pt>
    <dgm:pt modelId="{F1606852-A835-4B06-8E26-631F710B2003}" type="pres">
      <dgm:prSet presAssocID="{7B2817BE-0ED5-4DEC-8BA3-9D8462D3C712}" presName="parTx" presStyleLbl="revTx" presStyleIdx="1" presStyleCnt="3">
        <dgm:presLayoutVars>
          <dgm:chMax val="0"/>
          <dgm:chPref val="0"/>
        </dgm:presLayoutVars>
      </dgm:prSet>
      <dgm:spPr/>
    </dgm:pt>
    <dgm:pt modelId="{D373A160-1C19-4C18-92D0-F7AD3A3F8F96}" type="pres">
      <dgm:prSet presAssocID="{B9979642-515C-475F-B010-E330CF95D501}" presName="sibTrans" presStyleCnt="0"/>
      <dgm:spPr/>
    </dgm:pt>
    <dgm:pt modelId="{B6C71AC0-E5CF-4B01-BE85-98334D5C9BA8}" type="pres">
      <dgm:prSet presAssocID="{1383684E-C8C4-4145-94A2-D023ED75DADB}" presName="compNode" presStyleCnt="0"/>
      <dgm:spPr/>
    </dgm:pt>
    <dgm:pt modelId="{F56487FF-7D66-4F0E-A8CF-56F8DC71C8D3}" type="pres">
      <dgm:prSet presAssocID="{1383684E-C8C4-4145-94A2-D023ED75DADB}" presName="bgRect" presStyleLbl="bgShp" presStyleIdx="2" presStyleCnt="3"/>
      <dgm:spPr/>
    </dgm:pt>
    <dgm:pt modelId="{6CD36010-3704-45EA-A3CE-84AD211F3495}" type="pres">
      <dgm:prSet presAssocID="{1383684E-C8C4-4145-94A2-D023ED75DAD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D72E321D-DE26-4DC3-95C6-66B59CAFC5DB}" type="pres">
      <dgm:prSet presAssocID="{1383684E-C8C4-4145-94A2-D023ED75DADB}" presName="spaceRect" presStyleCnt="0"/>
      <dgm:spPr/>
    </dgm:pt>
    <dgm:pt modelId="{D73E7A1D-C5BA-4857-9C12-8D44542D27CA}" type="pres">
      <dgm:prSet presAssocID="{1383684E-C8C4-4145-94A2-D023ED75DAD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6525E07-D289-417A-9A00-EDD19080993A}" type="presOf" srcId="{752F96EC-F21A-425E-B971-8631F6F19093}" destId="{BB3F1167-0336-4F2B-A376-721D3E3A3B04}" srcOrd="0" destOrd="0" presId="urn:microsoft.com/office/officeart/2018/2/layout/IconVerticalSolidList"/>
    <dgm:cxn modelId="{81EC4124-098A-4380-B549-CFAA8CB608C8}" type="presOf" srcId="{7B2817BE-0ED5-4DEC-8BA3-9D8462D3C712}" destId="{F1606852-A835-4B06-8E26-631F710B2003}" srcOrd="0" destOrd="0" presId="urn:microsoft.com/office/officeart/2018/2/layout/IconVerticalSolidList"/>
    <dgm:cxn modelId="{1B504C4A-2791-4242-B069-4EE7A97A3BBF}" srcId="{67DC6B18-CEE0-4DC4-BBA7-CE2E852A072B}" destId="{752F96EC-F21A-425E-B971-8631F6F19093}" srcOrd="0" destOrd="0" parTransId="{5586E46D-7F84-45D1-B15D-DE373D84D680}" sibTransId="{91924B04-E31B-48E5-9598-F9BCE92E3226}"/>
    <dgm:cxn modelId="{1FD0B6C6-4E66-4779-BA8B-F5DD420868BC}" type="presOf" srcId="{1383684E-C8C4-4145-94A2-D023ED75DADB}" destId="{D73E7A1D-C5BA-4857-9C12-8D44542D27CA}" srcOrd="0" destOrd="0" presId="urn:microsoft.com/office/officeart/2018/2/layout/IconVerticalSolidList"/>
    <dgm:cxn modelId="{F58C0ADF-F4E9-483F-8332-0ADB468AB5E8}" srcId="{67DC6B18-CEE0-4DC4-BBA7-CE2E852A072B}" destId="{7B2817BE-0ED5-4DEC-8BA3-9D8462D3C712}" srcOrd="1" destOrd="0" parTransId="{73F4BD31-9F56-4E7B-8E47-C9DF86A48A3E}" sibTransId="{B9979642-515C-475F-B010-E330CF95D501}"/>
    <dgm:cxn modelId="{6DC123E5-F793-423F-86CC-777B134576B7}" type="presOf" srcId="{67DC6B18-CEE0-4DC4-BBA7-CE2E852A072B}" destId="{67308057-F522-4C2C-A873-E7D311353149}" srcOrd="0" destOrd="0" presId="urn:microsoft.com/office/officeart/2018/2/layout/IconVerticalSolidList"/>
    <dgm:cxn modelId="{10F096F4-2D26-4B51-ADD0-CDF5B1937B48}" srcId="{67DC6B18-CEE0-4DC4-BBA7-CE2E852A072B}" destId="{1383684E-C8C4-4145-94A2-D023ED75DADB}" srcOrd="2" destOrd="0" parTransId="{39D63FC0-51E5-45AF-AE7F-CF9F5F77674B}" sibTransId="{F9B8AD7D-CE71-421A-80C4-230119444ABB}"/>
    <dgm:cxn modelId="{04CE2107-ADDE-489F-85D9-EA3F6DE71AA5}" type="presParOf" srcId="{67308057-F522-4C2C-A873-E7D311353149}" destId="{B7BE8AE6-A6C9-4327-BD96-9CC6D96605E7}" srcOrd="0" destOrd="0" presId="urn:microsoft.com/office/officeart/2018/2/layout/IconVerticalSolidList"/>
    <dgm:cxn modelId="{E55487FA-947C-4E8B-B296-DE1728645B58}" type="presParOf" srcId="{B7BE8AE6-A6C9-4327-BD96-9CC6D96605E7}" destId="{47F8779D-3AA8-449E-87EF-439F5503C9DC}" srcOrd="0" destOrd="0" presId="urn:microsoft.com/office/officeart/2018/2/layout/IconVerticalSolidList"/>
    <dgm:cxn modelId="{315E76FB-7E16-4530-9F86-9DA6CADCE58F}" type="presParOf" srcId="{B7BE8AE6-A6C9-4327-BD96-9CC6D96605E7}" destId="{010FDD99-A4C5-4326-AB3C-AB033758A50C}" srcOrd="1" destOrd="0" presId="urn:microsoft.com/office/officeart/2018/2/layout/IconVerticalSolidList"/>
    <dgm:cxn modelId="{7DFE7122-8436-4A48-AD5D-4D17BFE93A37}" type="presParOf" srcId="{B7BE8AE6-A6C9-4327-BD96-9CC6D96605E7}" destId="{2B6EE67C-681A-4F02-93ED-23E39EEB6844}" srcOrd="2" destOrd="0" presId="urn:microsoft.com/office/officeart/2018/2/layout/IconVerticalSolidList"/>
    <dgm:cxn modelId="{56CEC7F5-8554-42DF-85E6-06C8414BBE12}" type="presParOf" srcId="{B7BE8AE6-A6C9-4327-BD96-9CC6D96605E7}" destId="{BB3F1167-0336-4F2B-A376-721D3E3A3B04}" srcOrd="3" destOrd="0" presId="urn:microsoft.com/office/officeart/2018/2/layout/IconVerticalSolidList"/>
    <dgm:cxn modelId="{561FA842-8F56-4BBB-9D6E-EA4F882579C0}" type="presParOf" srcId="{67308057-F522-4C2C-A873-E7D311353149}" destId="{CC849B34-6C29-47DA-8D38-DDDFCB6F97D0}" srcOrd="1" destOrd="0" presId="urn:microsoft.com/office/officeart/2018/2/layout/IconVerticalSolidList"/>
    <dgm:cxn modelId="{D0F47AAA-7F43-4CF5-A025-BA6D937A38DA}" type="presParOf" srcId="{67308057-F522-4C2C-A873-E7D311353149}" destId="{351C91DF-418B-4B00-ACF2-E82C1A35C71B}" srcOrd="2" destOrd="0" presId="urn:microsoft.com/office/officeart/2018/2/layout/IconVerticalSolidList"/>
    <dgm:cxn modelId="{7D9BE6F2-6186-4AE0-AF44-7BD45357EDC7}" type="presParOf" srcId="{351C91DF-418B-4B00-ACF2-E82C1A35C71B}" destId="{B34E9B12-2CDB-4489-A3D1-160536CEBF21}" srcOrd="0" destOrd="0" presId="urn:microsoft.com/office/officeart/2018/2/layout/IconVerticalSolidList"/>
    <dgm:cxn modelId="{331D765E-D5C5-492A-B294-C724FB9053A6}" type="presParOf" srcId="{351C91DF-418B-4B00-ACF2-E82C1A35C71B}" destId="{155AF912-3E15-468F-B50D-DDBA43C15E41}" srcOrd="1" destOrd="0" presId="urn:microsoft.com/office/officeart/2018/2/layout/IconVerticalSolidList"/>
    <dgm:cxn modelId="{E19287AD-6A0B-4CF0-A56B-76FAA0BFCB75}" type="presParOf" srcId="{351C91DF-418B-4B00-ACF2-E82C1A35C71B}" destId="{682965CF-CC4E-46DD-91AD-12FE0A0DE8A8}" srcOrd="2" destOrd="0" presId="urn:microsoft.com/office/officeart/2018/2/layout/IconVerticalSolidList"/>
    <dgm:cxn modelId="{05DAFAB9-79F0-45DA-8703-0E65AA24E953}" type="presParOf" srcId="{351C91DF-418B-4B00-ACF2-E82C1A35C71B}" destId="{F1606852-A835-4B06-8E26-631F710B2003}" srcOrd="3" destOrd="0" presId="urn:microsoft.com/office/officeart/2018/2/layout/IconVerticalSolidList"/>
    <dgm:cxn modelId="{6B66C024-9B5A-45A9-85ED-97FBFFAC1FCE}" type="presParOf" srcId="{67308057-F522-4C2C-A873-E7D311353149}" destId="{D373A160-1C19-4C18-92D0-F7AD3A3F8F96}" srcOrd="3" destOrd="0" presId="urn:microsoft.com/office/officeart/2018/2/layout/IconVerticalSolidList"/>
    <dgm:cxn modelId="{7FC1E4C7-6C87-4DEA-829B-8F0D8E44FC4D}" type="presParOf" srcId="{67308057-F522-4C2C-A873-E7D311353149}" destId="{B6C71AC0-E5CF-4B01-BE85-98334D5C9BA8}" srcOrd="4" destOrd="0" presId="urn:microsoft.com/office/officeart/2018/2/layout/IconVerticalSolidList"/>
    <dgm:cxn modelId="{1777C3BA-7538-45F5-B12D-8D8AF50F0E53}" type="presParOf" srcId="{B6C71AC0-E5CF-4B01-BE85-98334D5C9BA8}" destId="{F56487FF-7D66-4F0E-A8CF-56F8DC71C8D3}" srcOrd="0" destOrd="0" presId="urn:microsoft.com/office/officeart/2018/2/layout/IconVerticalSolidList"/>
    <dgm:cxn modelId="{0331D2D4-FD79-4C7A-AC9C-7C8C68D3821A}" type="presParOf" srcId="{B6C71AC0-E5CF-4B01-BE85-98334D5C9BA8}" destId="{6CD36010-3704-45EA-A3CE-84AD211F3495}" srcOrd="1" destOrd="0" presId="urn:microsoft.com/office/officeart/2018/2/layout/IconVerticalSolidList"/>
    <dgm:cxn modelId="{E5437997-18BA-4421-A32C-C9F169FC843B}" type="presParOf" srcId="{B6C71AC0-E5CF-4B01-BE85-98334D5C9BA8}" destId="{D72E321D-DE26-4DC3-95C6-66B59CAFC5DB}" srcOrd="2" destOrd="0" presId="urn:microsoft.com/office/officeart/2018/2/layout/IconVerticalSolidList"/>
    <dgm:cxn modelId="{0AE89ACA-A750-403B-97BC-A6BC7D9EBD10}" type="presParOf" srcId="{B6C71AC0-E5CF-4B01-BE85-98334D5C9BA8}" destId="{D73E7A1D-C5BA-4857-9C12-8D44542D27C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903E2BD-C0B9-4DEF-8536-144D833BD576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8765CA6-D9BE-4770-894C-5B7D7E637929}">
      <dgm:prSet/>
      <dgm:spPr/>
      <dgm:t>
        <a:bodyPr/>
        <a:lstStyle/>
        <a:p>
          <a:r>
            <a:rPr lang="en-US" dirty="0"/>
            <a:t>SMOTE: Synthetic Minority Oversampling Technique</a:t>
          </a:r>
        </a:p>
      </dgm:t>
    </dgm:pt>
    <dgm:pt modelId="{6C354579-2C8D-4541-B5B3-DF0B7E0CDC87}" type="parTrans" cxnId="{3CFA8C21-0779-49B2-882C-FC923ADD0467}">
      <dgm:prSet/>
      <dgm:spPr/>
      <dgm:t>
        <a:bodyPr/>
        <a:lstStyle/>
        <a:p>
          <a:endParaRPr lang="en-US"/>
        </a:p>
      </dgm:t>
    </dgm:pt>
    <dgm:pt modelId="{B94ECDC2-0CF0-429C-8DF9-BDB6EA8E9946}" type="sibTrans" cxnId="{3CFA8C21-0779-49B2-882C-FC923ADD0467}">
      <dgm:prSet/>
      <dgm:spPr/>
      <dgm:t>
        <a:bodyPr/>
        <a:lstStyle/>
        <a:p>
          <a:endParaRPr lang="en-US"/>
        </a:p>
      </dgm:t>
    </dgm:pt>
    <dgm:pt modelId="{8A15C4F5-18F8-4B99-BD67-F99F2B8E2718}">
      <dgm:prSet/>
      <dgm:spPr/>
      <dgm:t>
        <a:bodyPr/>
        <a:lstStyle/>
        <a:p>
          <a:r>
            <a:rPr lang="en-US"/>
            <a:t>Goal: Increase fraud cases synthetically in training data</a:t>
          </a:r>
        </a:p>
      </dgm:t>
    </dgm:pt>
    <dgm:pt modelId="{5D70C563-F080-47ED-98EF-3C77B83A6F1B}" type="parTrans" cxnId="{DB39606A-575D-4DB0-8D72-9B681E979F3D}">
      <dgm:prSet/>
      <dgm:spPr/>
      <dgm:t>
        <a:bodyPr/>
        <a:lstStyle/>
        <a:p>
          <a:endParaRPr lang="en-US"/>
        </a:p>
      </dgm:t>
    </dgm:pt>
    <dgm:pt modelId="{6D39385F-BE14-436A-A90D-B14A63A8DCDC}" type="sibTrans" cxnId="{DB39606A-575D-4DB0-8D72-9B681E979F3D}">
      <dgm:prSet/>
      <dgm:spPr/>
      <dgm:t>
        <a:bodyPr/>
        <a:lstStyle/>
        <a:p>
          <a:endParaRPr lang="en-US"/>
        </a:p>
      </dgm:t>
    </dgm:pt>
    <dgm:pt modelId="{9C8007BA-36DE-4A1C-86DB-65F209C77B8C}">
      <dgm:prSet/>
      <dgm:spPr/>
      <dgm:t>
        <a:bodyPr/>
        <a:lstStyle/>
        <a:p>
          <a:r>
            <a:rPr lang="en-US"/>
            <a:t>Result: Better model learning, reduced bias toward majority class</a:t>
          </a:r>
        </a:p>
      </dgm:t>
    </dgm:pt>
    <dgm:pt modelId="{CD9E50F9-FCD4-4377-9552-3DC03F6FC3E0}" type="parTrans" cxnId="{FFA9A21F-018B-4014-9B15-0F42DCA2FE85}">
      <dgm:prSet/>
      <dgm:spPr/>
      <dgm:t>
        <a:bodyPr/>
        <a:lstStyle/>
        <a:p>
          <a:endParaRPr lang="en-US"/>
        </a:p>
      </dgm:t>
    </dgm:pt>
    <dgm:pt modelId="{57175F6F-9DC7-47B4-8884-66FB4A83D66E}" type="sibTrans" cxnId="{FFA9A21F-018B-4014-9B15-0F42DCA2FE85}">
      <dgm:prSet/>
      <dgm:spPr/>
      <dgm:t>
        <a:bodyPr/>
        <a:lstStyle/>
        <a:p>
          <a:endParaRPr lang="en-US"/>
        </a:p>
      </dgm:t>
    </dgm:pt>
    <dgm:pt modelId="{BC3EB12A-941C-431D-B5F1-57C74E41D491}" type="pres">
      <dgm:prSet presAssocID="{B903E2BD-C0B9-4DEF-8536-144D833BD576}" presName="root" presStyleCnt="0">
        <dgm:presLayoutVars>
          <dgm:dir/>
          <dgm:resizeHandles val="exact"/>
        </dgm:presLayoutVars>
      </dgm:prSet>
      <dgm:spPr/>
    </dgm:pt>
    <dgm:pt modelId="{3BAC6B0D-300E-4D70-86A5-C86BD5770F58}" type="pres">
      <dgm:prSet presAssocID="{B903E2BD-C0B9-4DEF-8536-144D833BD576}" presName="container" presStyleCnt="0">
        <dgm:presLayoutVars>
          <dgm:dir/>
          <dgm:resizeHandles val="exact"/>
        </dgm:presLayoutVars>
      </dgm:prSet>
      <dgm:spPr/>
    </dgm:pt>
    <dgm:pt modelId="{427F6AF4-338C-431F-AE29-329B94598F02}" type="pres">
      <dgm:prSet presAssocID="{B8765CA6-D9BE-4770-894C-5B7D7E637929}" presName="compNode" presStyleCnt="0"/>
      <dgm:spPr/>
    </dgm:pt>
    <dgm:pt modelId="{8791E22F-0277-42F5-9C78-710902BFCC35}" type="pres">
      <dgm:prSet presAssocID="{B8765CA6-D9BE-4770-894C-5B7D7E637929}" presName="iconBgRect" presStyleLbl="bgShp" presStyleIdx="0" presStyleCnt="3"/>
      <dgm:spPr/>
    </dgm:pt>
    <dgm:pt modelId="{587D7CDC-A76D-4C22-A417-4B3E89D8D04C}" type="pres">
      <dgm:prSet presAssocID="{B8765CA6-D9BE-4770-894C-5B7D7E63792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5D83C414-04D7-4116-884D-4B3E73404CBA}" type="pres">
      <dgm:prSet presAssocID="{B8765CA6-D9BE-4770-894C-5B7D7E637929}" presName="spaceRect" presStyleCnt="0"/>
      <dgm:spPr/>
    </dgm:pt>
    <dgm:pt modelId="{22FAC05E-77FA-4D7D-93ED-CAB804AFD2A1}" type="pres">
      <dgm:prSet presAssocID="{B8765CA6-D9BE-4770-894C-5B7D7E637929}" presName="textRect" presStyleLbl="revTx" presStyleIdx="0" presStyleCnt="3">
        <dgm:presLayoutVars>
          <dgm:chMax val="1"/>
          <dgm:chPref val="1"/>
        </dgm:presLayoutVars>
      </dgm:prSet>
      <dgm:spPr/>
    </dgm:pt>
    <dgm:pt modelId="{93C06BC5-714D-4734-A3F3-8AA18A544B35}" type="pres">
      <dgm:prSet presAssocID="{B94ECDC2-0CF0-429C-8DF9-BDB6EA8E9946}" presName="sibTrans" presStyleLbl="sibTrans2D1" presStyleIdx="0" presStyleCnt="0"/>
      <dgm:spPr/>
    </dgm:pt>
    <dgm:pt modelId="{6F9582EF-92EB-4894-95E2-C309BF210C16}" type="pres">
      <dgm:prSet presAssocID="{8A15C4F5-18F8-4B99-BD67-F99F2B8E2718}" presName="compNode" presStyleCnt="0"/>
      <dgm:spPr/>
    </dgm:pt>
    <dgm:pt modelId="{E75E7B58-FAC4-4BD6-BC2B-33728CF06029}" type="pres">
      <dgm:prSet presAssocID="{8A15C4F5-18F8-4B99-BD67-F99F2B8E2718}" presName="iconBgRect" presStyleLbl="bgShp" presStyleIdx="1" presStyleCnt="3"/>
      <dgm:spPr/>
    </dgm:pt>
    <dgm:pt modelId="{87F14058-A2E6-4E62-B634-EEB74FF08D1A}" type="pres">
      <dgm:prSet presAssocID="{8A15C4F5-18F8-4B99-BD67-F99F2B8E271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CD3BDB8-8E8C-4092-86E7-B1B9E6C5999A}" type="pres">
      <dgm:prSet presAssocID="{8A15C4F5-18F8-4B99-BD67-F99F2B8E2718}" presName="spaceRect" presStyleCnt="0"/>
      <dgm:spPr/>
    </dgm:pt>
    <dgm:pt modelId="{D1C0E0D4-C4CF-47FF-83FE-11837B7B8227}" type="pres">
      <dgm:prSet presAssocID="{8A15C4F5-18F8-4B99-BD67-F99F2B8E2718}" presName="textRect" presStyleLbl="revTx" presStyleIdx="1" presStyleCnt="3">
        <dgm:presLayoutVars>
          <dgm:chMax val="1"/>
          <dgm:chPref val="1"/>
        </dgm:presLayoutVars>
      </dgm:prSet>
      <dgm:spPr/>
    </dgm:pt>
    <dgm:pt modelId="{BE070AE7-96AC-40D6-B805-97A60F215D39}" type="pres">
      <dgm:prSet presAssocID="{6D39385F-BE14-436A-A90D-B14A63A8DCDC}" presName="sibTrans" presStyleLbl="sibTrans2D1" presStyleIdx="0" presStyleCnt="0"/>
      <dgm:spPr/>
    </dgm:pt>
    <dgm:pt modelId="{C9F21BC9-6E3A-4546-AC69-84583E5AD83F}" type="pres">
      <dgm:prSet presAssocID="{9C8007BA-36DE-4A1C-86DB-65F209C77B8C}" presName="compNode" presStyleCnt="0"/>
      <dgm:spPr/>
    </dgm:pt>
    <dgm:pt modelId="{67352427-5839-4E20-B379-E409D5E5A320}" type="pres">
      <dgm:prSet presAssocID="{9C8007BA-36DE-4A1C-86DB-65F209C77B8C}" presName="iconBgRect" presStyleLbl="bgShp" presStyleIdx="2" presStyleCnt="3"/>
      <dgm:spPr/>
    </dgm:pt>
    <dgm:pt modelId="{9FDAB932-7F80-4D62-901C-58CE1E9BFB85}" type="pres">
      <dgm:prSet presAssocID="{9C8007BA-36DE-4A1C-86DB-65F209C77B8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EFE20EA7-E1A7-4BBE-A7CC-2E7BBFA2C34D}" type="pres">
      <dgm:prSet presAssocID="{9C8007BA-36DE-4A1C-86DB-65F209C77B8C}" presName="spaceRect" presStyleCnt="0"/>
      <dgm:spPr/>
    </dgm:pt>
    <dgm:pt modelId="{D86A9341-0074-4AEA-84CC-78DECDF4EE19}" type="pres">
      <dgm:prSet presAssocID="{9C8007BA-36DE-4A1C-86DB-65F209C77B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9AACE14-8150-47F3-B1B6-853EBDB3E00A}" type="presOf" srcId="{B903E2BD-C0B9-4DEF-8536-144D833BD576}" destId="{BC3EB12A-941C-431D-B5F1-57C74E41D491}" srcOrd="0" destOrd="0" presId="urn:microsoft.com/office/officeart/2018/2/layout/IconCircleList"/>
    <dgm:cxn modelId="{FFA9A21F-018B-4014-9B15-0F42DCA2FE85}" srcId="{B903E2BD-C0B9-4DEF-8536-144D833BD576}" destId="{9C8007BA-36DE-4A1C-86DB-65F209C77B8C}" srcOrd="2" destOrd="0" parTransId="{CD9E50F9-FCD4-4377-9552-3DC03F6FC3E0}" sibTransId="{57175F6F-9DC7-47B4-8884-66FB4A83D66E}"/>
    <dgm:cxn modelId="{3CFA8C21-0779-49B2-882C-FC923ADD0467}" srcId="{B903E2BD-C0B9-4DEF-8536-144D833BD576}" destId="{B8765CA6-D9BE-4770-894C-5B7D7E637929}" srcOrd="0" destOrd="0" parTransId="{6C354579-2C8D-4541-B5B3-DF0B7E0CDC87}" sibTransId="{B94ECDC2-0CF0-429C-8DF9-BDB6EA8E9946}"/>
    <dgm:cxn modelId="{8AD9EB5C-E6F7-4DA3-8D92-F84270F99E7C}" type="presOf" srcId="{B8765CA6-D9BE-4770-894C-5B7D7E637929}" destId="{22FAC05E-77FA-4D7D-93ED-CAB804AFD2A1}" srcOrd="0" destOrd="0" presId="urn:microsoft.com/office/officeart/2018/2/layout/IconCircleList"/>
    <dgm:cxn modelId="{DB39606A-575D-4DB0-8D72-9B681E979F3D}" srcId="{B903E2BD-C0B9-4DEF-8536-144D833BD576}" destId="{8A15C4F5-18F8-4B99-BD67-F99F2B8E2718}" srcOrd="1" destOrd="0" parTransId="{5D70C563-F080-47ED-98EF-3C77B83A6F1B}" sibTransId="{6D39385F-BE14-436A-A90D-B14A63A8DCDC}"/>
    <dgm:cxn modelId="{F328B34E-B451-4F08-89B6-5549D76B56C1}" type="presOf" srcId="{9C8007BA-36DE-4A1C-86DB-65F209C77B8C}" destId="{D86A9341-0074-4AEA-84CC-78DECDF4EE19}" srcOrd="0" destOrd="0" presId="urn:microsoft.com/office/officeart/2018/2/layout/IconCircleList"/>
    <dgm:cxn modelId="{F9A9DE86-2E14-41F0-B944-3ADE7578101E}" type="presOf" srcId="{B94ECDC2-0CF0-429C-8DF9-BDB6EA8E9946}" destId="{93C06BC5-714D-4734-A3F3-8AA18A544B35}" srcOrd="0" destOrd="0" presId="urn:microsoft.com/office/officeart/2018/2/layout/IconCircleList"/>
    <dgm:cxn modelId="{8038DCAC-2145-439D-A783-D4AA5759CE51}" type="presOf" srcId="{6D39385F-BE14-436A-A90D-B14A63A8DCDC}" destId="{BE070AE7-96AC-40D6-B805-97A60F215D39}" srcOrd="0" destOrd="0" presId="urn:microsoft.com/office/officeart/2018/2/layout/IconCircleList"/>
    <dgm:cxn modelId="{4CBB38E2-7CF0-40E4-B307-4417769578A8}" type="presOf" srcId="{8A15C4F5-18F8-4B99-BD67-F99F2B8E2718}" destId="{D1C0E0D4-C4CF-47FF-83FE-11837B7B8227}" srcOrd="0" destOrd="0" presId="urn:microsoft.com/office/officeart/2018/2/layout/IconCircleList"/>
    <dgm:cxn modelId="{5C62581B-6E14-4D94-8BD0-DC974C84177E}" type="presParOf" srcId="{BC3EB12A-941C-431D-B5F1-57C74E41D491}" destId="{3BAC6B0D-300E-4D70-86A5-C86BD5770F58}" srcOrd="0" destOrd="0" presId="urn:microsoft.com/office/officeart/2018/2/layout/IconCircleList"/>
    <dgm:cxn modelId="{8EB85D6B-FE73-4D42-ABE6-B3E3269246B0}" type="presParOf" srcId="{3BAC6B0D-300E-4D70-86A5-C86BD5770F58}" destId="{427F6AF4-338C-431F-AE29-329B94598F02}" srcOrd="0" destOrd="0" presId="urn:microsoft.com/office/officeart/2018/2/layout/IconCircleList"/>
    <dgm:cxn modelId="{BC7D7303-E760-44BE-8642-51E928F2A511}" type="presParOf" srcId="{427F6AF4-338C-431F-AE29-329B94598F02}" destId="{8791E22F-0277-42F5-9C78-710902BFCC35}" srcOrd="0" destOrd="0" presId="urn:microsoft.com/office/officeart/2018/2/layout/IconCircleList"/>
    <dgm:cxn modelId="{EA937D1F-24FF-432D-9A2D-B8B257AD58A1}" type="presParOf" srcId="{427F6AF4-338C-431F-AE29-329B94598F02}" destId="{587D7CDC-A76D-4C22-A417-4B3E89D8D04C}" srcOrd="1" destOrd="0" presId="urn:microsoft.com/office/officeart/2018/2/layout/IconCircleList"/>
    <dgm:cxn modelId="{81421D77-A92F-44E9-91F0-B5AFF6FF3968}" type="presParOf" srcId="{427F6AF4-338C-431F-AE29-329B94598F02}" destId="{5D83C414-04D7-4116-884D-4B3E73404CBA}" srcOrd="2" destOrd="0" presId="urn:microsoft.com/office/officeart/2018/2/layout/IconCircleList"/>
    <dgm:cxn modelId="{BD1E86CA-58F9-45FC-A35B-1F69F36EFC00}" type="presParOf" srcId="{427F6AF4-338C-431F-AE29-329B94598F02}" destId="{22FAC05E-77FA-4D7D-93ED-CAB804AFD2A1}" srcOrd="3" destOrd="0" presId="urn:microsoft.com/office/officeart/2018/2/layout/IconCircleList"/>
    <dgm:cxn modelId="{B6D1F28F-AFCC-47B7-8091-CBA7BD2B06E7}" type="presParOf" srcId="{3BAC6B0D-300E-4D70-86A5-C86BD5770F58}" destId="{93C06BC5-714D-4734-A3F3-8AA18A544B35}" srcOrd="1" destOrd="0" presId="urn:microsoft.com/office/officeart/2018/2/layout/IconCircleList"/>
    <dgm:cxn modelId="{A3D84212-AC06-40A3-8081-EA046FB4A4FC}" type="presParOf" srcId="{3BAC6B0D-300E-4D70-86A5-C86BD5770F58}" destId="{6F9582EF-92EB-4894-95E2-C309BF210C16}" srcOrd="2" destOrd="0" presId="urn:microsoft.com/office/officeart/2018/2/layout/IconCircleList"/>
    <dgm:cxn modelId="{CCDD9385-8A8A-46AB-9FE4-3A8982E0D545}" type="presParOf" srcId="{6F9582EF-92EB-4894-95E2-C309BF210C16}" destId="{E75E7B58-FAC4-4BD6-BC2B-33728CF06029}" srcOrd="0" destOrd="0" presId="urn:microsoft.com/office/officeart/2018/2/layout/IconCircleList"/>
    <dgm:cxn modelId="{37B99EDD-078D-4280-B926-0F7596E77B70}" type="presParOf" srcId="{6F9582EF-92EB-4894-95E2-C309BF210C16}" destId="{87F14058-A2E6-4E62-B634-EEB74FF08D1A}" srcOrd="1" destOrd="0" presId="urn:microsoft.com/office/officeart/2018/2/layout/IconCircleList"/>
    <dgm:cxn modelId="{255DE6CC-A053-4622-9407-886EA1B67B2A}" type="presParOf" srcId="{6F9582EF-92EB-4894-95E2-C309BF210C16}" destId="{2CD3BDB8-8E8C-4092-86E7-B1B9E6C5999A}" srcOrd="2" destOrd="0" presId="urn:microsoft.com/office/officeart/2018/2/layout/IconCircleList"/>
    <dgm:cxn modelId="{FBEB20FF-736D-478B-8DD6-88F68797BD3D}" type="presParOf" srcId="{6F9582EF-92EB-4894-95E2-C309BF210C16}" destId="{D1C0E0D4-C4CF-47FF-83FE-11837B7B8227}" srcOrd="3" destOrd="0" presId="urn:microsoft.com/office/officeart/2018/2/layout/IconCircleList"/>
    <dgm:cxn modelId="{53EBBE75-1365-48FE-8AE1-66E31E9A4389}" type="presParOf" srcId="{3BAC6B0D-300E-4D70-86A5-C86BD5770F58}" destId="{BE070AE7-96AC-40D6-B805-97A60F215D39}" srcOrd="3" destOrd="0" presId="urn:microsoft.com/office/officeart/2018/2/layout/IconCircleList"/>
    <dgm:cxn modelId="{8CC97B63-2153-4A9B-8D12-CBA440EDDBA1}" type="presParOf" srcId="{3BAC6B0D-300E-4D70-86A5-C86BD5770F58}" destId="{C9F21BC9-6E3A-4546-AC69-84583E5AD83F}" srcOrd="4" destOrd="0" presId="urn:microsoft.com/office/officeart/2018/2/layout/IconCircleList"/>
    <dgm:cxn modelId="{876BBBFC-6B3F-4650-B7DF-ED049E2CFC05}" type="presParOf" srcId="{C9F21BC9-6E3A-4546-AC69-84583E5AD83F}" destId="{67352427-5839-4E20-B379-E409D5E5A320}" srcOrd="0" destOrd="0" presId="urn:microsoft.com/office/officeart/2018/2/layout/IconCircleList"/>
    <dgm:cxn modelId="{51E8E9D0-4279-4172-A83F-D8DDD2430043}" type="presParOf" srcId="{C9F21BC9-6E3A-4546-AC69-84583E5AD83F}" destId="{9FDAB932-7F80-4D62-901C-58CE1E9BFB85}" srcOrd="1" destOrd="0" presId="urn:microsoft.com/office/officeart/2018/2/layout/IconCircleList"/>
    <dgm:cxn modelId="{DF8C10D0-4B33-4F6D-87B2-4D553A96C810}" type="presParOf" srcId="{C9F21BC9-6E3A-4546-AC69-84583E5AD83F}" destId="{EFE20EA7-E1A7-4BBE-A7CC-2E7BBFA2C34D}" srcOrd="2" destOrd="0" presId="urn:microsoft.com/office/officeart/2018/2/layout/IconCircleList"/>
    <dgm:cxn modelId="{9CAAEF83-C96E-4854-A6D0-719CA1DE2269}" type="presParOf" srcId="{C9F21BC9-6E3A-4546-AC69-84583E5AD83F}" destId="{D86A9341-0074-4AEA-84CC-78DECDF4EE1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7B2D502-36B4-43F3-98F7-DA9A887A8EA4}" type="doc">
      <dgm:prSet loTypeId="urn:microsoft.com/office/officeart/2005/8/layout/list1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AE0D1B9-3F76-4185-8655-01B64A509D94}">
      <dgm:prSet/>
      <dgm:spPr/>
      <dgm:t>
        <a:bodyPr/>
        <a:lstStyle/>
        <a:p>
          <a:r>
            <a:rPr lang="en-US"/>
            <a:t>Accuracy alone is misleading in imbalanced data</a:t>
          </a:r>
        </a:p>
      </dgm:t>
    </dgm:pt>
    <dgm:pt modelId="{4344E1D7-568A-44A8-A4E2-CDEAE16A12A1}" type="parTrans" cxnId="{D4343DF9-1F53-4D04-ABC7-D6BBFB343BB9}">
      <dgm:prSet/>
      <dgm:spPr/>
      <dgm:t>
        <a:bodyPr/>
        <a:lstStyle/>
        <a:p>
          <a:endParaRPr lang="en-US"/>
        </a:p>
      </dgm:t>
    </dgm:pt>
    <dgm:pt modelId="{E162E6E5-DD25-425C-9C80-B6D11C8A92BA}" type="sibTrans" cxnId="{D4343DF9-1F53-4D04-ABC7-D6BBFB343BB9}">
      <dgm:prSet/>
      <dgm:spPr/>
      <dgm:t>
        <a:bodyPr/>
        <a:lstStyle/>
        <a:p>
          <a:endParaRPr lang="en-US"/>
        </a:p>
      </dgm:t>
    </dgm:pt>
    <dgm:pt modelId="{6CD748E8-5831-48D3-8952-5CAB2242F586}">
      <dgm:prSet/>
      <dgm:spPr/>
      <dgm:t>
        <a:bodyPr/>
        <a:lstStyle/>
        <a:p>
          <a:r>
            <a:rPr lang="en-US"/>
            <a:t>Metrics used:</a:t>
          </a:r>
        </a:p>
      </dgm:t>
    </dgm:pt>
    <dgm:pt modelId="{ED6E993F-931D-44CD-A60A-359EDFC9171F}" type="parTrans" cxnId="{09C0C9C0-9B0D-4647-935F-AE18535F8E08}">
      <dgm:prSet/>
      <dgm:spPr/>
      <dgm:t>
        <a:bodyPr/>
        <a:lstStyle/>
        <a:p>
          <a:endParaRPr lang="en-US"/>
        </a:p>
      </dgm:t>
    </dgm:pt>
    <dgm:pt modelId="{71FF8EB6-0F39-4F83-AA94-526485DE8BC2}" type="sibTrans" cxnId="{09C0C9C0-9B0D-4647-935F-AE18535F8E08}">
      <dgm:prSet/>
      <dgm:spPr/>
      <dgm:t>
        <a:bodyPr/>
        <a:lstStyle/>
        <a:p>
          <a:endParaRPr lang="en-US"/>
        </a:p>
      </dgm:t>
    </dgm:pt>
    <dgm:pt modelId="{BF16C063-9CF9-408B-8BBB-D8CA72748800}">
      <dgm:prSet/>
      <dgm:spPr/>
      <dgm:t>
        <a:bodyPr/>
        <a:lstStyle/>
        <a:p>
          <a:r>
            <a:rPr lang="en-US"/>
            <a:t>Precision, Recall, F1-Score</a:t>
          </a:r>
        </a:p>
      </dgm:t>
    </dgm:pt>
    <dgm:pt modelId="{407DA6A5-73F4-46AF-9228-11A83A2590F0}" type="parTrans" cxnId="{D4B847DA-AD08-4591-9457-685455573739}">
      <dgm:prSet/>
      <dgm:spPr/>
      <dgm:t>
        <a:bodyPr/>
        <a:lstStyle/>
        <a:p>
          <a:endParaRPr lang="en-US"/>
        </a:p>
      </dgm:t>
    </dgm:pt>
    <dgm:pt modelId="{1D7258C0-197A-4FDB-AA1C-ABED0F7582C2}" type="sibTrans" cxnId="{D4B847DA-AD08-4591-9457-685455573739}">
      <dgm:prSet/>
      <dgm:spPr/>
      <dgm:t>
        <a:bodyPr/>
        <a:lstStyle/>
        <a:p>
          <a:endParaRPr lang="en-US"/>
        </a:p>
      </dgm:t>
    </dgm:pt>
    <dgm:pt modelId="{0ACF24D5-54C0-420A-AB2F-523E3D11EEF1}">
      <dgm:prSet/>
      <dgm:spPr/>
      <dgm:t>
        <a:bodyPr/>
        <a:lstStyle/>
        <a:p>
          <a:r>
            <a:rPr lang="en-US"/>
            <a:t>Confusion Matrix</a:t>
          </a:r>
        </a:p>
      </dgm:t>
    </dgm:pt>
    <dgm:pt modelId="{8FF069F0-474D-4AE1-A9B0-77F34B279A2A}" type="parTrans" cxnId="{3189C91D-74C8-4D6F-A46B-3D1104DE2551}">
      <dgm:prSet/>
      <dgm:spPr/>
      <dgm:t>
        <a:bodyPr/>
        <a:lstStyle/>
        <a:p>
          <a:endParaRPr lang="en-US"/>
        </a:p>
      </dgm:t>
    </dgm:pt>
    <dgm:pt modelId="{226132F4-C83D-42BD-83E7-669512DE4CFA}" type="sibTrans" cxnId="{3189C91D-74C8-4D6F-A46B-3D1104DE2551}">
      <dgm:prSet/>
      <dgm:spPr/>
      <dgm:t>
        <a:bodyPr/>
        <a:lstStyle/>
        <a:p>
          <a:endParaRPr lang="en-US"/>
        </a:p>
      </dgm:t>
    </dgm:pt>
    <dgm:pt modelId="{51176D9E-EA00-4E1D-BD3D-4A282B5C0EB1}">
      <dgm:prSet/>
      <dgm:spPr/>
      <dgm:t>
        <a:bodyPr/>
        <a:lstStyle/>
        <a:p>
          <a:r>
            <a:rPr lang="en-US"/>
            <a:t>ROC-AUC Score</a:t>
          </a:r>
        </a:p>
      </dgm:t>
    </dgm:pt>
    <dgm:pt modelId="{80E2550E-8926-49AB-80E5-6012BDB1CA0A}" type="parTrans" cxnId="{63ECB8A4-27F4-455B-A27A-175540ECD686}">
      <dgm:prSet/>
      <dgm:spPr/>
      <dgm:t>
        <a:bodyPr/>
        <a:lstStyle/>
        <a:p>
          <a:endParaRPr lang="en-US"/>
        </a:p>
      </dgm:t>
    </dgm:pt>
    <dgm:pt modelId="{D9E206C9-3010-4459-BA91-D2BED48FCF68}" type="sibTrans" cxnId="{63ECB8A4-27F4-455B-A27A-175540ECD686}">
      <dgm:prSet/>
      <dgm:spPr/>
      <dgm:t>
        <a:bodyPr/>
        <a:lstStyle/>
        <a:p>
          <a:endParaRPr lang="en-US"/>
        </a:p>
      </dgm:t>
    </dgm:pt>
    <dgm:pt modelId="{8A9F86C3-CE0C-495C-AE2F-C20213094DAF}" type="pres">
      <dgm:prSet presAssocID="{37B2D502-36B4-43F3-98F7-DA9A887A8EA4}" presName="linear" presStyleCnt="0">
        <dgm:presLayoutVars>
          <dgm:dir/>
          <dgm:animLvl val="lvl"/>
          <dgm:resizeHandles val="exact"/>
        </dgm:presLayoutVars>
      </dgm:prSet>
      <dgm:spPr/>
    </dgm:pt>
    <dgm:pt modelId="{88C7934D-C726-4D8D-9171-95E5D15FD0A7}" type="pres">
      <dgm:prSet presAssocID="{AAE0D1B9-3F76-4185-8655-01B64A509D94}" presName="parentLin" presStyleCnt="0"/>
      <dgm:spPr/>
    </dgm:pt>
    <dgm:pt modelId="{08C06134-8AA8-49EE-B0A8-08D1AE25F5AB}" type="pres">
      <dgm:prSet presAssocID="{AAE0D1B9-3F76-4185-8655-01B64A509D94}" presName="parentLeftMargin" presStyleLbl="node1" presStyleIdx="0" presStyleCnt="2"/>
      <dgm:spPr/>
    </dgm:pt>
    <dgm:pt modelId="{EACA8232-680A-483C-BB9B-BAD52DD84593}" type="pres">
      <dgm:prSet presAssocID="{AAE0D1B9-3F76-4185-8655-01B64A509D9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CBA0C92-D164-4438-9009-83DF53832D67}" type="pres">
      <dgm:prSet presAssocID="{AAE0D1B9-3F76-4185-8655-01B64A509D94}" presName="negativeSpace" presStyleCnt="0"/>
      <dgm:spPr/>
    </dgm:pt>
    <dgm:pt modelId="{4B8DD616-3491-4372-968B-D1C616C51248}" type="pres">
      <dgm:prSet presAssocID="{AAE0D1B9-3F76-4185-8655-01B64A509D94}" presName="childText" presStyleLbl="conFgAcc1" presStyleIdx="0" presStyleCnt="2">
        <dgm:presLayoutVars>
          <dgm:bulletEnabled val="1"/>
        </dgm:presLayoutVars>
      </dgm:prSet>
      <dgm:spPr/>
    </dgm:pt>
    <dgm:pt modelId="{100B63C8-1B78-401A-B1B9-4601E4FEFDD5}" type="pres">
      <dgm:prSet presAssocID="{E162E6E5-DD25-425C-9C80-B6D11C8A92BA}" presName="spaceBetweenRectangles" presStyleCnt="0"/>
      <dgm:spPr/>
    </dgm:pt>
    <dgm:pt modelId="{C1947FBB-64B4-419A-8C42-525F263A1C12}" type="pres">
      <dgm:prSet presAssocID="{6CD748E8-5831-48D3-8952-5CAB2242F586}" presName="parentLin" presStyleCnt="0"/>
      <dgm:spPr/>
    </dgm:pt>
    <dgm:pt modelId="{B4935B1A-0253-494A-9A83-B66B0C6125F4}" type="pres">
      <dgm:prSet presAssocID="{6CD748E8-5831-48D3-8952-5CAB2242F586}" presName="parentLeftMargin" presStyleLbl="node1" presStyleIdx="0" presStyleCnt="2"/>
      <dgm:spPr/>
    </dgm:pt>
    <dgm:pt modelId="{BB8CD49A-B289-445D-BF9D-E7A6C43707F2}" type="pres">
      <dgm:prSet presAssocID="{6CD748E8-5831-48D3-8952-5CAB2242F586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37E1256-B16E-4091-8BF9-5E0BB4163052}" type="pres">
      <dgm:prSet presAssocID="{6CD748E8-5831-48D3-8952-5CAB2242F586}" presName="negativeSpace" presStyleCnt="0"/>
      <dgm:spPr/>
    </dgm:pt>
    <dgm:pt modelId="{94EC2FF2-CF66-46F5-B84E-C9B03DEF4C6C}" type="pres">
      <dgm:prSet presAssocID="{6CD748E8-5831-48D3-8952-5CAB2242F58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3189C91D-74C8-4D6F-A46B-3D1104DE2551}" srcId="{6CD748E8-5831-48D3-8952-5CAB2242F586}" destId="{0ACF24D5-54C0-420A-AB2F-523E3D11EEF1}" srcOrd="1" destOrd="0" parTransId="{8FF069F0-474D-4AE1-A9B0-77F34B279A2A}" sibTransId="{226132F4-C83D-42BD-83E7-669512DE4CFA}"/>
    <dgm:cxn modelId="{9150E834-5B72-4A07-9529-FEB79629F13B}" type="presOf" srcId="{37B2D502-36B4-43F3-98F7-DA9A887A8EA4}" destId="{8A9F86C3-CE0C-495C-AE2F-C20213094DAF}" srcOrd="0" destOrd="0" presId="urn:microsoft.com/office/officeart/2005/8/layout/list1"/>
    <dgm:cxn modelId="{8AB2798C-AE01-4B8D-A496-876EF7131042}" type="presOf" srcId="{51176D9E-EA00-4E1D-BD3D-4A282B5C0EB1}" destId="{94EC2FF2-CF66-46F5-B84E-C9B03DEF4C6C}" srcOrd="0" destOrd="2" presId="urn:microsoft.com/office/officeart/2005/8/layout/list1"/>
    <dgm:cxn modelId="{29A172A3-71D6-4C61-B266-535F0563A9ED}" type="presOf" srcId="{6CD748E8-5831-48D3-8952-5CAB2242F586}" destId="{B4935B1A-0253-494A-9A83-B66B0C6125F4}" srcOrd="0" destOrd="0" presId="urn:microsoft.com/office/officeart/2005/8/layout/list1"/>
    <dgm:cxn modelId="{63ECB8A4-27F4-455B-A27A-175540ECD686}" srcId="{6CD748E8-5831-48D3-8952-5CAB2242F586}" destId="{51176D9E-EA00-4E1D-BD3D-4A282B5C0EB1}" srcOrd="2" destOrd="0" parTransId="{80E2550E-8926-49AB-80E5-6012BDB1CA0A}" sibTransId="{D9E206C9-3010-4459-BA91-D2BED48FCF68}"/>
    <dgm:cxn modelId="{8481B4B1-A1AD-4C81-8B75-31FE40E0958C}" type="presOf" srcId="{0ACF24D5-54C0-420A-AB2F-523E3D11EEF1}" destId="{94EC2FF2-CF66-46F5-B84E-C9B03DEF4C6C}" srcOrd="0" destOrd="1" presId="urn:microsoft.com/office/officeart/2005/8/layout/list1"/>
    <dgm:cxn modelId="{A4B744B4-0E1D-4746-B1C2-79EE237E44A1}" type="presOf" srcId="{6CD748E8-5831-48D3-8952-5CAB2242F586}" destId="{BB8CD49A-B289-445D-BF9D-E7A6C43707F2}" srcOrd="1" destOrd="0" presId="urn:microsoft.com/office/officeart/2005/8/layout/list1"/>
    <dgm:cxn modelId="{09C0C9C0-9B0D-4647-935F-AE18535F8E08}" srcId="{37B2D502-36B4-43F3-98F7-DA9A887A8EA4}" destId="{6CD748E8-5831-48D3-8952-5CAB2242F586}" srcOrd="1" destOrd="0" parTransId="{ED6E993F-931D-44CD-A60A-359EDFC9171F}" sibTransId="{71FF8EB6-0F39-4F83-AA94-526485DE8BC2}"/>
    <dgm:cxn modelId="{C301ACC6-83F6-4B74-99C4-091E1676A2EB}" type="presOf" srcId="{AAE0D1B9-3F76-4185-8655-01B64A509D94}" destId="{08C06134-8AA8-49EE-B0A8-08D1AE25F5AB}" srcOrd="0" destOrd="0" presId="urn:microsoft.com/office/officeart/2005/8/layout/list1"/>
    <dgm:cxn modelId="{98A97BD1-1042-4787-A131-90D00F5E27A5}" type="presOf" srcId="{AAE0D1B9-3F76-4185-8655-01B64A509D94}" destId="{EACA8232-680A-483C-BB9B-BAD52DD84593}" srcOrd="1" destOrd="0" presId="urn:microsoft.com/office/officeart/2005/8/layout/list1"/>
    <dgm:cxn modelId="{D4B847DA-AD08-4591-9457-685455573739}" srcId="{6CD748E8-5831-48D3-8952-5CAB2242F586}" destId="{BF16C063-9CF9-408B-8BBB-D8CA72748800}" srcOrd="0" destOrd="0" parTransId="{407DA6A5-73F4-46AF-9228-11A83A2590F0}" sibTransId="{1D7258C0-197A-4FDB-AA1C-ABED0F7582C2}"/>
    <dgm:cxn modelId="{D4343DF9-1F53-4D04-ABC7-D6BBFB343BB9}" srcId="{37B2D502-36B4-43F3-98F7-DA9A887A8EA4}" destId="{AAE0D1B9-3F76-4185-8655-01B64A509D94}" srcOrd="0" destOrd="0" parTransId="{4344E1D7-568A-44A8-A4E2-CDEAE16A12A1}" sibTransId="{E162E6E5-DD25-425C-9C80-B6D11C8A92BA}"/>
    <dgm:cxn modelId="{E753CEFF-2AB9-4941-8427-47AE50420D89}" type="presOf" srcId="{BF16C063-9CF9-408B-8BBB-D8CA72748800}" destId="{94EC2FF2-CF66-46F5-B84E-C9B03DEF4C6C}" srcOrd="0" destOrd="0" presId="urn:microsoft.com/office/officeart/2005/8/layout/list1"/>
    <dgm:cxn modelId="{08526A03-9BD6-4F68-AAA3-49B2696654F0}" type="presParOf" srcId="{8A9F86C3-CE0C-495C-AE2F-C20213094DAF}" destId="{88C7934D-C726-4D8D-9171-95E5D15FD0A7}" srcOrd="0" destOrd="0" presId="urn:microsoft.com/office/officeart/2005/8/layout/list1"/>
    <dgm:cxn modelId="{031D2C1F-D222-4EAD-BA45-00328756723F}" type="presParOf" srcId="{88C7934D-C726-4D8D-9171-95E5D15FD0A7}" destId="{08C06134-8AA8-49EE-B0A8-08D1AE25F5AB}" srcOrd="0" destOrd="0" presId="urn:microsoft.com/office/officeart/2005/8/layout/list1"/>
    <dgm:cxn modelId="{C400390A-EEC0-4324-95D6-4E11927D10E2}" type="presParOf" srcId="{88C7934D-C726-4D8D-9171-95E5D15FD0A7}" destId="{EACA8232-680A-483C-BB9B-BAD52DD84593}" srcOrd="1" destOrd="0" presId="urn:microsoft.com/office/officeart/2005/8/layout/list1"/>
    <dgm:cxn modelId="{6E035304-8277-4361-BDD2-D1EA2D64D5CB}" type="presParOf" srcId="{8A9F86C3-CE0C-495C-AE2F-C20213094DAF}" destId="{ECBA0C92-D164-4438-9009-83DF53832D67}" srcOrd="1" destOrd="0" presId="urn:microsoft.com/office/officeart/2005/8/layout/list1"/>
    <dgm:cxn modelId="{21E5D4E0-AD45-470E-BDC3-7E3D681AAA17}" type="presParOf" srcId="{8A9F86C3-CE0C-495C-AE2F-C20213094DAF}" destId="{4B8DD616-3491-4372-968B-D1C616C51248}" srcOrd="2" destOrd="0" presId="urn:microsoft.com/office/officeart/2005/8/layout/list1"/>
    <dgm:cxn modelId="{9AC16BDD-FEAF-4345-862A-36B8B1BBEEF6}" type="presParOf" srcId="{8A9F86C3-CE0C-495C-AE2F-C20213094DAF}" destId="{100B63C8-1B78-401A-B1B9-4601E4FEFDD5}" srcOrd="3" destOrd="0" presId="urn:microsoft.com/office/officeart/2005/8/layout/list1"/>
    <dgm:cxn modelId="{E347D92F-E46A-4A67-88A0-22AF2D95D20E}" type="presParOf" srcId="{8A9F86C3-CE0C-495C-AE2F-C20213094DAF}" destId="{C1947FBB-64B4-419A-8C42-525F263A1C12}" srcOrd="4" destOrd="0" presId="urn:microsoft.com/office/officeart/2005/8/layout/list1"/>
    <dgm:cxn modelId="{0772629E-0879-4038-93FC-E335DAA61E9A}" type="presParOf" srcId="{C1947FBB-64B4-419A-8C42-525F263A1C12}" destId="{B4935B1A-0253-494A-9A83-B66B0C6125F4}" srcOrd="0" destOrd="0" presId="urn:microsoft.com/office/officeart/2005/8/layout/list1"/>
    <dgm:cxn modelId="{2DFFCF7C-77A9-4D69-BBAD-4FC00DC67077}" type="presParOf" srcId="{C1947FBB-64B4-419A-8C42-525F263A1C12}" destId="{BB8CD49A-B289-445D-BF9D-E7A6C43707F2}" srcOrd="1" destOrd="0" presId="urn:microsoft.com/office/officeart/2005/8/layout/list1"/>
    <dgm:cxn modelId="{6C89EB46-E093-4744-9ACF-A412FC76572E}" type="presParOf" srcId="{8A9F86C3-CE0C-495C-AE2F-C20213094DAF}" destId="{D37E1256-B16E-4091-8BF9-5E0BB4163052}" srcOrd="5" destOrd="0" presId="urn:microsoft.com/office/officeart/2005/8/layout/list1"/>
    <dgm:cxn modelId="{5590A563-9FD4-4EE6-A4DB-12B2D553B622}" type="presParOf" srcId="{8A9F86C3-CE0C-495C-AE2F-C20213094DAF}" destId="{94EC2FF2-CF66-46F5-B84E-C9B03DEF4C6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6561117-FE6F-498D-B7FD-21441B9C0C4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9D6D1D4-A400-4F98-BF7D-4152917D4C2F}">
      <dgm:prSet/>
      <dgm:spPr/>
      <dgm:t>
        <a:bodyPr/>
        <a:lstStyle/>
        <a:p>
          <a:pPr>
            <a:defRPr cap="all"/>
          </a:pPr>
          <a:r>
            <a:rPr lang="en-US" b="0" i="0" baseline="0"/>
            <a:t>SMOTE was key in boosting fraud detection performance</a:t>
          </a:r>
          <a:endParaRPr lang="en-US"/>
        </a:p>
      </dgm:t>
    </dgm:pt>
    <dgm:pt modelId="{4C333529-9515-4E0A-A0EF-E4D8F9675F55}" type="parTrans" cxnId="{0C7C9AE0-81F9-4996-A17B-00C689152EF1}">
      <dgm:prSet/>
      <dgm:spPr/>
      <dgm:t>
        <a:bodyPr/>
        <a:lstStyle/>
        <a:p>
          <a:endParaRPr lang="en-US"/>
        </a:p>
      </dgm:t>
    </dgm:pt>
    <dgm:pt modelId="{412234BA-2279-42F6-B48E-AE709871253F}" type="sibTrans" cxnId="{0C7C9AE0-81F9-4996-A17B-00C689152EF1}">
      <dgm:prSet/>
      <dgm:spPr/>
      <dgm:t>
        <a:bodyPr/>
        <a:lstStyle/>
        <a:p>
          <a:endParaRPr lang="en-US"/>
        </a:p>
      </dgm:t>
    </dgm:pt>
    <dgm:pt modelId="{FC3CE8CB-4456-44E0-941A-C3930EFD24DF}">
      <dgm:prSet/>
      <dgm:spPr/>
      <dgm:t>
        <a:bodyPr/>
        <a:lstStyle/>
        <a:p>
          <a:pPr>
            <a:defRPr cap="all"/>
          </a:pPr>
          <a:r>
            <a:rPr lang="en-US" b="0" i="0" baseline="0"/>
            <a:t>Random Forest performed best but may overfit</a:t>
          </a:r>
          <a:endParaRPr lang="en-US"/>
        </a:p>
      </dgm:t>
    </dgm:pt>
    <dgm:pt modelId="{BE34F7F2-4DFE-4DDC-8EA6-885D9914D307}" type="parTrans" cxnId="{CDB74A8C-8962-4EA1-BE85-04CF541D7CBF}">
      <dgm:prSet/>
      <dgm:spPr/>
      <dgm:t>
        <a:bodyPr/>
        <a:lstStyle/>
        <a:p>
          <a:endParaRPr lang="en-US"/>
        </a:p>
      </dgm:t>
    </dgm:pt>
    <dgm:pt modelId="{EBD90695-FD4F-47C4-8754-3C878A234EF5}" type="sibTrans" cxnId="{CDB74A8C-8962-4EA1-BE85-04CF541D7CBF}">
      <dgm:prSet/>
      <dgm:spPr/>
      <dgm:t>
        <a:bodyPr/>
        <a:lstStyle/>
        <a:p>
          <a:endParaRPr lang="en-US"/>
        </a:p>
      </dgm:t>
    </dgm:pt>
    <dgm:pt modelId="{2DA468FE-0A08-4318-B197-829509EEC9D0}">
      <dgm:prSet/>
      <dgm:spPr/>
      <dgm:t>
        <a:bodyPr/>
        <a:lstStyle/>
        <a:p>
          <a:pPr>
            <a:defRPr cap="all"/>
          </a:pPr>
          <a:r>
            <a:rPr lang="en-US" b="0" i="0" baseline="0"/>
            <a:t>Logistic Regression offered transparency and interpretability</a:t>
          </a:r>
          <a:endParaRPr lang="en-US"/>
        </a:p>
      </dgm:t>
    </dgm:pt>
    <dgm:pt modelId="{4828B1E8-B94F-48F7-86E8-743343DED7A4}" type="parTrans" cxnId="{D35F4535-28FD-44D3-B1C3-BAA2E33AB72F}">
      <dgm:prSet/>
      <dgm:spPr/>
      <dgm:t>
        <a:bodyPr/>
        <a:lstStyle/>
        <a:p>
          <a:endParaRPr lang="en-US"/>
        </a:p>
      </dgm:t>
    </dgm:pt>
    <dgm:pt modelId="{3D60426A-987E-4D68-8B83-3678DEC25CB0}" type="sibTrans" cxnId="{D35F4535-28FD-44D3-B1C3-BAA2E33AB72F}">
      <dgm:prSet/>
      <dgm:spPr/>
      <dgm:t>
        <a:bodyPr/>
        <a:lstStyle/>
        <a:p>
          <a:endParaRPr lang="en-US"/>
        </a:p>
      </dgm:t>
    </dgm:pt>
    <dgm:pt modelId="{9EED1085-FBE1-40C5-A771-3A7CC6D6CCB3}">
      <dgm:prSet/>
      <dgm:spPr/>
      <dgm:t>
        <a:bodyPr/>
        <a:lstStyle/>
        <a:p>
          <a:pPr>
            <a:defRPr cap="all"/>
          </a:pPr>
          <a:r>
            <a:rPr lang="en-US" b="0" i="0" baseline="0"/>
            <a:t>Trade-off between accuracy and explainability </a:t>
          </a:r>
          <a:endParaRPr lang="en-US"/>
        </a:p>
      </dgm:t>
    </dgm:pt>
    <dgm:pt modelId="{E3127643-367B-4AEA-B2A3-57F592DCAB2B}" type="parTrans" cxnId="{959BFB88-04C2-41BA-B743-F6098B84E736}">
      <dgm:prSet/>
      <dgm:spPr/>
      <dgm:t>
        <a:bodyPr/>
        <a:lstStyle/>
        <a:p>
          <a:endParaRPr lang="en-US"/>
        </a:p>
      </dgm:t>
    </dgm:pt>
    <dgm:pt modelId="{C0893399-8836-4EAA-AA20-BDC62976D1F2}" type="sibTrans" cxnId="{959BFB88-04C2-41BA-B743-F6098B84E736}">
      <dgm:prSet/>
      <dgm:spPr/>
      <dgm:t>
        <a:bodyPr/>
        <a:lstStyle/>
        <a:p>
          <a:endParaRPr lang="en-US"/>
        </a:p>
      </dgm:t>
    </dgm:pt>
    <dgm:pt modelId="{3D73EF7D-A0C0-48E3-9BBD-27B369C333A9}" type="pres">
      <dgm:prSet presAssocID="{D6561117-FE6F-498D-B7FD-21441B9C0C4C}" presName="root" presStyleCnt="0">
        <dgm:presLayoutVars>
          <dgm:dir/>
          <dgm:resizeHandles val="exact"/>
        </dgm:presLayoutVars>
      </dgm:prSet>
      <dgm:spPr/>
    </dgm:pt>
    <dgm:pt modelId="{65A420B1-84B9-45F7-BCC5-F8A4C57F2CB3}" type="pres">
      <dgm:prSet presAssocID="{49D6D1D4-A400-4F98-BF7D-4152917D4C2F}" presName="compNode" presStyleCnt="0"/>
      <dgm:spPr/>
    </dgm:pt>
    <dgm:pt modelId="{A3E8ACAA-1EAB-49C1-A851-7B2A40666CEE}" type="pres">
      <dgm:prSet presAssocID="{49D6D1D4-A400-4F98-BF7D-4152917D4C2F}" presName="iconBgRect" presStyleLbl="bgShp" presStyleIdx="0" presStyleCnt="4"/>
      <dgm:spPr/>
    </dgm:pt>
    <dgm:pt modelId="{3407075B-AF15-466E-BE80-2168790610C6}" type="pres">
      <dgm:prSet presAssocID="{49D6D1D4-A400-4F98-BF7D-4152917D4C2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4A882C1D-56F7-4473-BF90-B61132C4CCE8}" type="pres">
      <dgm:prSet presAssocID="{49D6D1D4-A400-4F98-BF7D-4152917D4C2F}" presName="spaceRect" presStyleCnt="0"/>
      <dgm:spPr/>
    </dgm:pt>
    <dgm:pt modelId="{0B6B70EE-F563-4457-B769-DF190A027243}" type="pres">
      <dgm:prSet presAssocID="{49D6D1D4-A400-4F98-BF7D-4152917D4C2F}" presName="textRect" presStyleLbl="revTx" presStyleIdx="0" presStyleCnt="4">
        <dgm:presLayoutVars>
          <dgm:chMax val="1"/>
          <dgm:chPref val="1"/>
        </dgm:presLayoutVars>
      </dgm:prSet>
      <dgm:spPr/>
    </dgm:pt>
    <dgm:pt modelId="{24C423A2-756C-4468-8BB9-7FBF60ED59E9}" type="pres">
      <dgm:prSet presAssocID="{412234BA-2279-42F6-B48E-AE709871253F}" presName="sibTrans" presStyleCnt="0"/>
      <dgm:spPr/>
    </dgm:pt>
    <dgm:pt modelId="{861431DA-2895-4052-914E-43187144D262}" type="pres">
      <dgm:prSet presAssocID="{FC3CE8CB-4456-44E0-941A-C3930EFD24DF}" presName="compNode" presStyleCnt="0"/>
      <dgm:spPr/>
    </dgm:pt>
    <dgm:pt modelId="{D61F6159-1BA8-4A31-B421-5C67C0FF28E8}" type="pres">
      <dgm:prSet presAssocID="{FC3CE8CB-4456-44E0-941A-C3930EFD24DF}" presName="iconBgRect" presStyleLbl="bgShp" presStyleIdx="1" presStyleCnt="4"/>
      <dgm:spPr/>
    </dgm:pt>
    <dgm:pt modelId="{3343A139-C01F-4DA1-A560-2A0FDDD5BD69}" type="pres">
      <dgm:prSet presAssocID="{FC3CE8CB-4456-44E0-941A-C3930EFD24D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A93C4C33-F81E-4126-A82F-CB7778C6E2F8}" type="pres">
      <dgm:prSet presAssocID="{FC3CE8CB-4456-44E0-941A-C3930EFD24DF}" presName="spaceRect" presStyleCnt="0"/>
      <dgm:spPr/>
    </dgm:pt>
    <dgm:pt modelId="{352CFEBC-404D-4ADF-8FB6-8DAEC61D48BC}" type="pres">
      <dgm:prSet presAssocID="{FC3CE8CB-4456-44E0-941A-C3930EFD24DF}" presName="textRect" presStyleLbl="revTx" presStyleIdx="1" presStyleCnt="4">
        <dgm:presLayoutVars>
          <dgm:chMax val="1"/>
          <dgm:chPref val="1"/>
        </dgm:presLayoutVars>
      </dgm:prSet>
      <dgm:spPr/>
    </dgm:pt>
    <dgm:pt modelId="{7CAD3600-A587-4311-AA88-B32FFC69EB8D}" type="pres">
      <dgm:prSet presAssocID="{EBD90695-FD4F-47C4-8754-3C878A234EF5}" presName="sibTrans" presStyleCnt="0"/>
      <dgm:spPr/>
    </dgm:pt>
    <dgm:pt modelId="{AB35DFFE-FEF9-44DC-9033-C4B5DBDA8E51}" type="pres">
      <dgm:prSet presAssocID="{2DA468FE-0A08-4318-B197-829509EEC9D0}" presName="compNode" presStyleCnt="0"/>
      <dgm:spPr/>
    </dgm:pt>
    <dgm:pt modelId="{DAD4D4EF-50ED-41CB-AF9B-290922D465BF}" type="pres">
      <dgm:prSet presAssocID="{2DA468FE-0A08-4318-B197-829509EEC9D0}" presName="iconBgRect" presStyleLbl="bgShp" presStyleIdx="2" presStyleCnt="4"/>
      <dgm:spPr/>
    </dgm:pt>
    <dgm:pt modelId="{85927823-906C-45D2-AA8A-67B49B32FCBD}" type="pres">
      <dgm:prSet presAssocID="{2DA468FE-0A08-4318-B197-829509EEC9D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9E23B04-10E7-4503-ACDB-D21917DB9E05}" type="pres">
      <dgm:prSet presAssocID="{2DA468FE-0A08-4318-B197-829509EEC9D0}" presName="spaceRect" presStyleCnt="0"/>
      <dgm:spPr/>
    </dgm:pt>
    <dgm:pt modelId="{8A390972-58C9-4D3C-A269-8E580922E096}" type="pres">
      <dgm:prSet presAssocID="{2DA468FE-0A08-4318-B197-829509EEC9D0}" presName="textRect" presStyleLbl="revTx" presStyleIdx="2" presStyleCnt="4">
        <dgm:presLayoutVars>
          <dgm:chMax val="1"/>
          <dgm:chPref val="1"/>
        </dgm:presLayoutVars>
      </dgm:prSet>
      <dgm:spPr/>
    </dgm:pt>
    <dgm:pt modelId="{91FE1A6E-45FB-4FED-8AB3-D0D03668B18F}" type="pres">
      <dgm:prSet presAssocID="{3D60426A-987E-4D68-8B83-3678DEC25CB0}" presName="sibTrans" presStyleCnt="0"/>
      <dgm:spPr/>
    </dgm:pt>
    <dgm:pt modelId="{6E747C62-0BAB-44F8-BB60-4273D897B788}" type="pres">
      <dgm:prSet presAssocID="{9EED1085-FBE1-40C5-A771-3A7CC6D6CCB3}" presName="compNode" presStyleCnt="0"/>
      <dgm:spPr/>
    </dgm:pt>
    <dgm:pt modelId="{E6AF8ADF-C5F6-4CDA-BE65-FEAA0470C1EA}" type="pres">
      <dgm:prSet presAssocID="{9EED1085-FBE1-40C5-A771-3A7CC6D6CCB3}" presName="iconBgRect" presStyleLbl="bgShp" presStyleIdx="3" presStyleCnt="4"/>
      <dgm:spPr/>
    </dgm:pt>
    <dgm:pt modelId="{92A2BA4E-C4C6-4F7A-B9DA-EF394E36AA05}" type="pres">
      <dgm:prSet presAssocID="{9EED1085-FBE1-40C5-A771-3A7CC6D6CCB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A736B78E-3D4D-4EB9-8EB6-4E808C0CCEC3}" type="pres">
      <dgm:prSet presAssocID="{9EED1085-FBE1-40C5-A771-3A7CC6D6CCB3}" presName="spaceRect" presStyleCnt="0"/>
      <dgm:spPr/>
    </dgm:pt>
    <dgm:pt modelId="{8D073ED4-7DAF-4247-B3AC-62BDD2C5D84B}" type="pres">
      <dgm:prSet presAssocID="{9EED1085-FBE1-40C5-A771-3A7CC6D6CCB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35F4535-28FD-44D3-B1C3-BAA2E33AB72F}" srcId="{D6561117-FE6F-498D-B7FD-21441B9C0C4C}" destId="{2DA468FE-0A08-4318-B197-829509EEC9D0}" srcOrd="2" destOrd="0" parTransId="{4828B1E8-B94F-48F7-86E8-743343DED7A4}" sibTransId="{3D60426A-987E-4D68-8B83-3678DEC25CB0}"/>
    <dgm:cxn modelId="{5B3D8C63-CE98-46F0-B889-89F07E28CC44}" type="presOf" srcId="{D6561117-FE6F-498D-B7FD-21441B9C0C4C}" destId="{3D73EF7D-A0C0-48E3-9BBD-27B369C333A9}" srcOrd="0" destOrd="0" presId="urn:microsoft.com/office/officeart/2018/5/layout/IconCircleLabelList"/>
    <dgm:cxn modelId="{16CEB783-B236-4BB7-AEE3-FC1E34B4549D}" type="presOf" srcId="{49D6D1D4-A400-4F98-BF7D-4152917D4C2F}" destId="{0B6B70EE-F563-4457-B769-DF190A027243}" srcOrd="0" destOrd="0" presId="urn:microsoft.com/office/officeart/2018/5/layout/IconCircleLabelList"/>
    <dgm:cxn modelId="{959BFB88-04C2-41BA-B743-F6098B84E736}" srcId="{D6561117-FE6F-498D-B7FD-21441B9C0C4C}" destId="{9EED1085-FBE1-40C5-A771-3A7CC6D6CCB3}" srcOrd="3" destOrd="0" parTransId="{E3127643-367B-4AEA-B2A3-57F592DCAB2B}" sibTransId="{C0893399-8836-4EAA-AA20-BDC62976D1F2}"/>
    <dgm:cxn modelId="{CDB74A8C-8962-4EA1-BE85-04CF541D7CBF}" srcId="{D6561117-FE6F-498D-B7FD-21441B9C0C4C}" destId="{FC3CE8CB-4456-44E0-941A-C3930EFD24DF}" srcOrd="1" destOrd="0" parTransId="{BE34F7F2-4DFE-4DDC-8EA6-885D9914D307}" sibTransId="{EBD90695-FD4F-47C4-8754-3C878A234EF5}"/>
    <dgm:cxn modelId="{03A23E9E-75B8-4434-8F98-A5EE86D17FA0}" type="presOf" srcId="{FC3CE8CB-4456-44E0-941A-C3930EFD24DF}" destId="{352CFEBC-404D-4ADF-8FB6-8DAEC61D48BC}" srcOrd="0" destOrd="0" presId="urn:microsoft.com/office/officeart/2018/5/layout/IconCircleLabelList"/>
    <dgm:cxn modelId="{CA5D88C8-FE6A-4D34-A566-8FCC36C4AD24}" type="presOf" srcId="{9EED1085-FBE1-40C5-A771-3A7CC6D6CCB3}" destId="{8D073ED4-7DAF-4247-B3AC-62BDD2C5D84B}" srcOrd="0" destOrd="0" presId="urn:microsoft.com/office/officeart/2018/5/layout/IconCircleLabelList"/>
    <dgm:cxn modelId="{0C7C9AE0-81F9-4996-A17B-00C689152EF1}" srcId="{D6561117-FE6F-498D-B7FD-21441B9C0C4C}" destId="{49D6D1D4-A400-4F98-BF7D-4152917D4C2F}" srcOrd="0" destOrd="0" parTransId="{4C333529-9515-4E0A-A0EF-E4D8F9675F55}" sibTransId="{412234BA-2279-42F6-B48E-AE709871253F}"/>
    <dgm:cxn modelId="{F41301F8-6277-404E-95B8-2D578F8C9B71}" type="presOf" srcId="{2DA468FE-0A08-4318-B197-829509EEC9D0}" destId="{8A390972-58C9-4D3C-A269-8E580922E096}" srcOrd="0" destOrd="0" presId="urn:microsoft.com/office/officeart/2018/5/layout/IconCircleLabelList"/>
    <dgm:cxn modelId="{56055AC6-8507-4412-84B9-EEB1D8890113}" type="presParOf" srcId="{3D73EF7D-A0C0-48E3-9BBD-27B369C333A9}" destId="{65A420B1-84B9-45F7-BCC5-F8A4C57F2CB3}" srcOrd="0" destOrd="0" presId="urn:microsoft.com/office/officeart/2018/5/layout/IconCircleLabelList"/>
    <dgm:cxn modelId="{E932954F-9485-47B4-90CE-43CEEC37B9C3}" type="presParOf" srcId="{65A420B1-84B9-45F7-BCC5-F8A4C57F2CB3}" destId="{A3E8ACAA-1EAB-49C1-A851-7B2A40666CEE}" srcOrd="0" destOrd="0" presId="urn:microsoft.com/office/officeart/2018/5/layout/IconCircleLabelList"/>
    <dgm:cxn modelId="{B554D025-0C1C-41E4-A40A-210E8CB75EC5}" type="presParOf" srcId="{65A420B1-84B9-45F7-BCC5-F8A4C57F2CB3}" destId="{3407075B-AF15-466E-BE80-2168790610C6}" srcOrd="1" destOrd="0" presId="urn:microsoft.com/office/officeart/2018/5/layout/IconCircleLabelList"/>
    <dgm:cxn modelId="{8662F404-C504-40AC-BC11-B977A1C64604}" type="presParOf" srcId="{65A420B1-84B9-45F7-BCC5-F8A4C57F2CB3}" destId="{4A882C1D-56F7-4473-BF90-B61132C4CCE8}" srcOrd="2" destOrd="0" presId="urn:microsoft.com/office/officeart/2018/5/layout/IconCircleLabelList"/>
    <dgm:cxn modelId="{62A56A12-C02B-45D0-98DF-2F682EEE1025}" type="presParOf" srcId="{65A420B1-84B9-45F7-BCC5-F8A4C57F2CB3}" destId="{0B6B70EE-F563-4457-B769-DF190A027243}" srcOrd="3" destOrd="0" presId="urn:microsoft.com/office/officeart/2018/5/layout/IconCircleLabelList"/>
    <dgm:cxn modelId="{B51AA73D-926F-4411-8D60-6E9A4147E46B}" type="presParOf" srcId="{3D73EF7D-A0C0-48E3-9BBD-27B369C333A9}" destId="{24C423A2-756C-4468-8BB9-7FBF60ED59E9}" srcOrd="1" destOrd="0" presId="urn:microsoft.com/office/officeart/2018/5/layout/IconCircleLabelList"/>
    <dgm:cxn modelId="{9BD661B5-0940-45DD-8B5D-09678703D6FF}" type="presParOf" srcId="{3D73EF7D-A0C0-48E3-9BBD-27B369C333A9}" destId="{861431DA-2895-4052-914E-43187144D262}" srcOrd="2" destOrd="0" presId="urn:microsoft.com/office/officeart/2018/5/layout/IconCircleLabelList"/>
    <dgm:cxn modelId="{3327C755-E7E5-40F3-B560-FC1C16109181}" type="presParOf" srcId="{861431DA-2895-4052-914E-43187144D262}" destId="{D61F6159-1BA8-4A31-B421-5C67C0FF28E8}" srcOrd="0" destOrd="0" presId="urn:microsoft.com/office/officeart/2018/5/layout/IconCircleLabelList"/>
    <dgm:cxn modelId="{258FE34C-BA69-4F70-8E0C-249977D981F2}" type="presParOf" srcId="{861431DA-2895-4052-914E-43187144D262}" destId="{3343A139-C01F-4DA1-A560-2A0FDDD5BD69}" srcOrd="1" destOrd="0" presId="urn:microsoft.com/office/officeart/2018/5/layout/IconCircleLabelList"/>
    <dgm:cxn modelId="{5BE1CB9A-196B-471A-8652-74ADCB53CA82}" type="presParOf" srcId="{861431DA-2895-4052-914E-43187144D262}" destId="{A93C4C33-F81E-4126-A82F-CB7778C6E2F8}" srcOrd="2" destOrd="0" presId="urn:microsoft.com/office/officeart/2018/5/layout/IconCircleLabelList"/>
    <dgm:cxn modelId="{39E0D9EC-910C-47BF-BD1D-CD436B94D0EA}" type="presParOf" srcId="{861431DA-2895-4052-914E-43187144D262}" destId="{352CFEBC-404D-4ADF-8FB6-8DAEC61D48BC}" srcOrd="3" destOrd="0" presId="urn:microsoft.com/office/officeart/2018/5/layout/IconCircleLabelList"/>
    <dgm:cxn modelId="{B75A7D81-61D0-46D8-9F10-265BDBFE5A47}" type="presParOf" srcId="{3D73EF7D-A0C0-48E3-9BBD-27B369C333A9}" destId="{7CAD3600-A587-4311-AA88-B32FFC69EB8D}" srcOrd="3" destOrd="0" presId="urn:microsoft.com/office/officeart/2018/5/layout/IconCircleLabelList"/>
    <dgm:cxn modelId="{9BB3F4AE-B431-479A-AFD7-20FB1F786CD9}" type="presParOf" srcId="{3D73EF7D-A0C0-48E3-9BBD-27B369C333A9}" destId="{AB35DFFE-FEF9-44DC-9033-C4B5DBDA8E51}" srcOrd="4" destOrd="0" presId="urn:microsoft.com/office/officeart/2018/5/layout/IconCircleLabelList"/>
    <dgm:cxn modelId="{22EE1C50-7142-4EEF-94AE-B4712EDE913A}" type="presParOf" srcId="{AB35DFFE-FEF9-44DC-9033-C4B5DBDA8E51}" destId="{DAD4D4EF-50ED-41CB-AF9B-290922D465BF}" srcOrd="0" destOrd="0" presId="urn:microsoft.com/office/officeart/2018/5/layout/IconCircleLabelList"/>
    <dgm:cxn modelId="{51C01753-7B53-4496-A5C9-6AE64311882E}" type="presParOf" srcId="{AB35DFFE-FEF9-44DC-9033-C4B5DBDA8E51}" destId="{85927823-906C-45D2-AA8A-67B49B32FCBD}" srcOrd="1" destOrd="0" presId="urn:microsoft.com/office/officeart/2018/5/layout/IconCircleLabelList"/>
    <dgm:cxn modelId="{1BB3F3ED-0CBD-417A-9158-4DE8B35BA1FC}" type="presParOf" srcId="{AB35DFFE-FEF9-44DC-9033-C4B5DBDA8E51}" destId="{B9E23B04-10E7-4503-ACDB-D21917DB9E05}" srcOrd="2" destOrd="0" presId="urn:microsoft.com/office/officeart/2018/5/layout/IconCircleLabelList"/>
    <dgm:cxn modelId="{66DA993F-9A84-4CB8-93FF-41671B6082C3}" type="presParOf" srcId="{AB35DFFE-FEF9-44DC-9033-C4B5DBDA8E51}" destId="{8A390972-58C9-4D3C-A269-8E580922E096}" srcOrd="3" destOrd="0" presId="urn:microsoft.com/office/officeart/2018/5/layout/IconCircleLabelList"/>
    <dgm:cxn modelId="{E25ED2B9-0742-4DBD-BA0C-806C45CE9946}" type="presParOf" srcId="{3D73EF7D-A0C0-48E3-9BBD-27B369C333A9}" destId="{91FE1A6E-45FB-4FED-8AB3-D0D03668B18F}" srcOrd="5" destOrd="0" presId="urn:microsoft.com/office/officeart/2018/5/layout/IconCircleLabelList"/>
    <dgm:cxn modelId="{9242469E-3938-4CC9-B9EF-83298CDC6638}" type="presParOf" srcId="{3D73EF7D-A0C0-48E3-9BBD-27B369C333A9}" destId="{6E747C62-0BAB-44F8-BB60-4273D897B788}" srcOrd="6" destOrd="0" presId="urn:microsoft.com/office/officeart/2018/5/layout/IconCircleLabelList"/>
    <dgm:cxn modelId="{E171706D-304D-482C-97D1-5631B4493B7A}" type="presParOf" srcId="{6E747C62-0BAB-44F8-BB60-4273D897B788}" destId="{E6AF8ADF-C5F6-4CDA-BE65-FEAA0470C1EA}" srcOrd="0" destOrd="0" presId="urn:microsoft.com/office/officeart/2018/5/layout/IconCircleLabelList"/>
    <dgm:cxn modelId="{79E3453A-31EB-49F2-AF5B-3F2FA8B7494D}" type="presParOf" srcId="{6E747C62-0BAB-44F8-BB60-4273D897B788}" destId="{92A2BA4E-C4C6-4F7A-B9DA-EF394E36AA05}" srcOrd="1" destOrd="0" presId="urn:microsoft.com/office/officeart/2018/5/layout/IconCircleLabelList"/>
    <dgm:cxn modelId="{DA8571DC-DBB5-4D1D-8D40-FDF0A1F5C0A1}" type="presParOf" srcId="{6E747C62-0BAB-44F8-BB60-4273D897B788}" destId="{A736B78E-3D4D-4EB9-8EB6-4E808C0CCEC3}" srcOrd="2" destOrd="0" presId="urn:microsoft.com/office/officeart/2018/5/layout/IconCircleLabelList"/>
    <dgm:cxn modelId="{569F04A6-3E37-4704-8624-8C02CEFAEE3C}" type="presParOf" srcId="{6E747C62-0BAB-44F8-BB60-4273D897B788}" destId="{8D073ED4-7DAF-4247-B3AC-62BDD2C5D84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A4E3EAA-639F-4698-ABC4-CDF8E86ECDCB}" type="doc">
      <dgm:prSet loTypeId="urn:microsoft.com/office/officeart/2016/7/layout/VerticalSolidActionList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9F7F9B7-E9B4-422B-B170-453AB9BAA760}">
      <dgm:prSet/>
      <dgm:spPr/>
      <dgm:t>
        <a:bodyPr/>
        <a:lstStyle/>
        <a:p>
          <a:r>
            <a:rPr lang="en-US"/>
            <a:t>Add</a:t>
          </a:r>
        </a:p>
      </dgm:t>
    </dgm:pt>
    <dgm:pt modelId="{27C075D1-D8BF-4ACA-83CA-C7AA8B1684D6}" type="parTrans" cxnId="{9D137FF7-0ECF-44ED-A9A0-F072DD4A0BED}">
      <dgm:prSet/>
      <dgm:spPr/>
      <dgm:t>
        <a:bodyPr/>
        <a:lstStyle/>
        <a:p>
          <a:endParaRPr lang="en-US"/>
        </a:p>
      </dgm:t>
    </dgm:pt>
    <dgm:pt modelId="{1F6F113A-FA04-460D-A335-AFF0BD6933A0}" type="sibTrans" cxnId="{9D137FF7-0ECF-44ED-A9A0-F072DD4A0BED}">
      <dgm:prSet/>
      <dgm:spPr/>
      <dgm:t>
        <a:bodyPr/>
        <a:lstStyle/>
        <a:p>
          <a:endParaRPr lang="en-US"/>
        </a:p>
      </dgm:t>
    </dgm:pt>
    <dgm:pt modelId="{D66157A0-6BB6-4E8C-ADC3-2ABAD7B8E8E8}">
      <dgm:prSet/>
      <dgm:spPr/>
      <dgm:t>
        <a:bodyPr/>
        <a:lstStyle/>
        <a:p>
          <a:r>
            <a:rPr lang="en-US"/>
            <a:t>Add more models (XGBoost, LightGBM)</a:t>
          </a:r>
        </a:p>
      </dgm:t>
    </dgm:pt>
    <dgm:pt modelId="{6EA960DB-689F-4B4C-BD81-B4EE5011267C}" type="parTrans" cxnId="{451539E9-CB7D-49C4-80A8-DBDB40658A7E}">
      <dgm:prSet/>
      <dgm:spPr/>
      <dgm:t>
        <a:bodyPr/>
        <a:lstStyle/>
        <a:p>
          <a:endParaRPr lang="en-US"/>
        </a:p>
      </dgm:t>
    </dgm:pt>
    <dgm:pt modelId="{9C57877C-29DB-4628-A69C-5E9A10564A9E}" type="sibTrans" cxnId="{451539E9-CB7D-49C4-80A8-DBDB40658A7E}">
      <dgm:prSet/>
      <dgm:spPr/>
      <dgm:t>
        <a:bodyPr/>
        <a:lstStyle/>
        <a:p>
          <a:endParaRPr lang="en-US"/>
        </a:p>
      </dgm:t>
    </dgm:pt>
    <dgm:pt modelId="{0131520D-CAD2-4194-987B-C921D816DA97}">
      <dgm:prSet/>
      <dgm:spPr/>
      <dgm:t>
        <a:bodyPr/>
        <a:lstStyle/>
        <a:p>
          <a:r>
            <a:rPr lang="en-US"/>
            <a:t>Use</a:t>
          </a:r>
        </a:p>
      </dgm:t>
    </dgm:pt>
    <dgm:pt modelId="{72ECBA0B-851F-4940-A9EF-704EFB026345}" type="parTrans" cxnId="{A5F2468B-D1AB-4BB6-8B7A-AF8CD923D556}">
      <dgm:prSet/>
      <dgm:spPr/>
      <dgm:t>
        <a:bodyPr/>
        <a:lstStyle/>
        <a:p>
          <a:endParaRPr lang="en-US"/>
        </a:p>
      </dgm:t>
    </dgm:pt>
    <dgm:pt modelId="{609A868D-5422-42ED-BAD8-016703D08B2B}" type="sibTrans" cxnId="{A5F2468B-D1AB-4BB6-8B7A-AF8CD923D556}">
      <dgm:prSet/>
      <dgm:spPr/>
      <dgm:t>
        <a:bodyPr/>
        <a:lstStyle/>
        <a:p>
          <a:endParaRPr lang="en-US"/>
        </a:p>
      </dgm:t>
    </dgm:pt>
    <dgm:pt modelId="{C85E9E90-2072-4AAA-B70E-CCDDC689CF54}">
      <dgm:prSet/>
      <dgm:spPr/>
      <dgm:t>
        <a:bodyPr/>
        <a:lstStyle/>
        <a:p>
          <a:r>
            <a:rPr lang="en-US"/>
            <a:t>Use SHAP for feature importance explanations</a:t>
          </a:r>
        </a:p>
      </dgm:t>
    </dgm:pt>
    <dgm:pt modelId="{8427C188-6068-48E3-A75D-F886ADC78911}" type="parTrans" cxnId="{FC2E826B-A007-4DF4-B79D-4682DE4D79FD}">
      <dgm:prSet/>
      <dgm:spPr/>
      <dgm:t>
        <a:bodyPr/>
        <a:lstStyle/>
        <a:p>
          <a:endParaRPr lang="en-US"/>
        </a:p>
      </dgm:t>
    </dgm:pt>
    <dgm:pt modelId="{E3D94EAF-8D9F-4E41-ABD1-BDF925DB4138}" type="sibTrans" cxnId="{FC2E826B-A007-4DF4-B79D-4682DE4D79FD}">
      <dgm:prSet/>
      <dgm:spPr/>
      <dgm:t>
        <a:bodyPr/>
        <a:lstStyle/>
        <a:p>
          <a:endParaRPr lang="en-US"/>
        </a:p>
      </dgm:t>
    </dgm:pt>
    <dgm:pt modelId="{2CEDFAEC-F1FE-4425-8524-4BE641DBE9C6}">
      <dgm:prSet/>
      <dgm:spPr/>
      <dgm:t>
        <a:bodyPr/>
        <a:lstStyle/>
        <a:p>
          <a:r>
            <a:rPr lang="en-US"/>
            <a:t>Implement</a:t>
          </a:r>
        </a:p>
      </dgm:t>
    </dgm:pt>
    <dgm:pt modelId="{28AF6B55-47B7-488E-8BC8-3980050B1421}" type="parTrans" cxnId="{19724261-3023-4C8A-9533-7FD937071431}">
      <dgm:prSet/>
      <dgm:spPr/>
      <dgm:t>
        <a:bodyPr/>
        <a:lstStyle/>
        <a:p>
          <a:endParaRPr lang="en-US"/>
        </a:p>
      </dgm:t>
    </dgm:pt>
    <dgm:pt modelId="{42017FE5-2C74-4EBF-A733-39E04A8FF2F4}" type="sibTrans" cxnId="{19724261-3023-4C8A-9533-7FD937071431}">
      <dgm:prSet/>
      <dgm:spPr/>
      <dgm:t>
        <a:bodyPr/>
        <a:lstStyle/>
        <a:p>
          <a:endParaRPr lang="en-US"/>
        </a:p>
      </dgm:t>
    </dgm:pt>
    <dgm:pt modelId="{CF9B73C9-39C4-43BD-AC20-60B72FED5459}">
      <dgm:prSet/>
      <dgm:spPr/>
      <dgm:t>
        <a:bodyPr/>
        <a:lstStyle/>
        <a:p>
          <a:r>
            <a:rPr lang="en-US"/>
            <a:t>Implement real-time streaming detection</a:t>
          </a:r>
        </a:p>
      </dgm:t>
    </dgm:pt>
    <dgm:pt modelId="{39FDD584-DEAF-42E4-907C-378396FF22AD}" type="parTrans" cxnId="{21CA2376-A279-45CB-8722-AC0C3DD51E4D}">
      <dgm:prSet/>
      <dgm:spPr/>
      <dgm:t>
        <a:bodyPr/>
        <a:lstStyle/>
        <a:p>
          <a:endParaRPr lang="en-US"/>
        </a:p>
      </dgm:t>
    </dgm:pt>
    <dgm:pt modelId="{2C18CED9-032A-4499-8FBD-211AF91627DC}" type="sibTrans" cxnId="{21CA2376-A279-45CB-8722-AC0C3DD51E4D}">
      <dgm:prSet/>
      <dgm:spPr/>
      <dgm:t>
        <a:bodyPr/>
        <a:lstStyle/>
        <a:p>
          <a:endParaRPr lang="en-US"/>
        </a:p>
      </dgm:t>
    </dgm:pt>
    <dgm:pt modelId="{12073A75-A498-4D4B-9702-CF5C3DB523B4}">
      <dgm:prSet/>
      <dgm:spPr/>
      <dgm:t>
        <a:bodyPr/>
        <a:lstStyle/>
        <a:p>
          <a:r>
            <a:rPr lang="en-US"/>
            <a:t>Integrate</a:t>
          </a:r>
        </a:p>
      </dgm:t>
    </dgm:pt>
    <dgm:pt modelId="{9C81DAC3-299C-443E-8D02-92496CF56E3E}" type="parTrans" cxnId="{1D3C4967-1221-4EB9-BAAB-085B351B7ECC}">
      <dgm:prSet/>
      <dgm:spPr/>
      <dgm:t>
        <a:bodyPr/>
        <a:lstStyle/>
        <a:p>
          <a:endParaRPr lang="en-US"/>
        </a:p>
      </dgm:t>
    </dgm:pt>
    <dgm:pt modelId="{64BF716F-9278-4D6E-9C07-361E8CEBC5A9}" type="sibTrans" cxnId="{1D3C4967-1221-4EB9-BAAB-085B351B7ECC}">
      <dgm:prSet/>
      <dgm:spPr/>
      <dgm:t>
        <a:bodyPr/>
        <a:lstStyle/>
        <a:p>
          <a:endParaRPr lang="en-US"/>
        </a:p>
      </dgm:t>
    </dgm:pt>
    <dgm:pt modelId="{9D1E9B43-0CA8-4304-8520-EAF8D9AAA4BC}">
      <dgm:prSet/>
      <dgm:spPr/>
      <dgm:t>
        <a:bodyPr/>
        <a:lstStyle/>
        <a:p>
          <a:r>
            <a:rPr lang="en-US"/>
            <a:t>Integrate feedback loop for evolving fraud patterns </a:t>
          </a:r>
        </a:p>
      </dgm:t>
    </dgm:pt>
    <dgm:pt modelId="{893CF234-3874-466A-8BB1-7B1C129E7338}" type="parTrans" cxnId="{0626EBAE-3BE1-440F-BC47-500F20349C2A}">
      <dgm:prSet/>
      <dgm:spPr/>
      <dgm:t>
        <a:bodyPr/>
        <a:lstStyle/>
        <a:p>
          <a:endParaRPr lang="en-US"/>
        </a:p>
      </dgm:t>
    </dgm:pt>
    <dgm:pt modelId="{5BE89D04-36B5-4D02-87E8-406CEA9F5DA3}" type="sibTrans" cxnId="{0626EBAE-3BE1-440F-BC47-500F20349C2A}">
      <dgm:prSet/>
      <dgm:spPr/>
      <dgm:t>
        <a:bodyPr/>
        <a:lstStyle/>
        <a:p>
          <a:endParaRPr lang="en-US"/>
        </a:p>
      </dgm:t>
    </dgm:pt>
    <dgm:pt modelId="{FE6FD633-B21A-4D4B-87C3-C3284167CA72}" type="pres">
      <dgm:prSet presAssocID="{1A4E3EAA-639F-4698-ABC4-CDF8E86ECDCB}" presName="Name0" presStyleCnt="0">
        <dgm:presLayoutVars>
          <dgm:dir/>
          <dgm:animLvl val="lvl"/>
          <dgm:resizeHandles val="exact"/>
        </dgm:presLayoutVars>
      </dgm:prSet>
      <dgm:spPr/>
    </dgm:pt>
    <dgm:pt modelId="{C241A5E6-E2C2-48DC-90CC-C2311C50A735}" type="pres">
      <dgm:prSet presAssocID="{E9F7F9B7-E9B4-422B-B170-453AB9BAA760}" presName="linNode" presStyleCnt="0"/>
      <dgm:spPr/>
    </dgm:pt>
    <dgm:pt modelId="{C5B02E4A-C6BF-4B75-8CD8-A3F46384AE99}" type="pres">
      <dgm:prSet presAssocID="{E9F7F9B7-E9B4-422B-B170-453AB9BAA760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5EB4F179-9C1E-4E7E-B8EC-BC25157B5307}" type="pres">
      <dgm:prSet presAssocID="{E9F7F9B7-E9B4-422B-B170-453AB9BAA760}" presName="descendantText" presStyleLbl="alignAccFollowNode1" presStyleIdx="0" presStyleCnt="4">
        <dgm:presLayoutVars>
          <dgm:bulletEnabled/>
        </dgm:presLayoutVars>
      </dgm:prSet>
      <dgm:spPr/>
    </dgm:pt>
    <dgm:pt modelId="{1C28F557-9E0A-47F5-8529-BD84B5D3356C}" type="pres">
      <dgm:prSet presAssocID="{1F6F113A-FA04-460D-A335-AFF0BD6933A0}" presName="sp" presStyleCnt="0"/>
      <dgm:spPr/>
    </dgm:pt>
    <dgm:pt modelId="{8C87396C-CA8C-4365-944F-62B358C6621B}" type="pres">
      <dgm:prSet presAssocID="{0131520D-CAD2-4194-987B-C921D816DA97}" presName="linNode" presStyleCnt="0"/>
      <dgm:spPr/>
    </dgm:pt>
    <dgm:pt modelId="{2B836995-C0F5-4A3C-8324-0DF1F5FAA9CA}" type="pres">
      <dgm:prSet presAssocID="{0131520D-CAD2-4194-987B-C921D816DA97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59919A53-0997-4B63-B6C0-736D2DF3A396}" type="pres">
      <dgm:prSet presAssocID="{0131520D-CAD2-4194-987B-C921D816DA97}" presName="descendantText" presStyleLbl="alignAccFollowNode1" presStyleIdx="1" presStyleCnt="4">
        <dgm:presLayoutVars>
          <dgm:bulletEnabled/>
        </dgm:presLayoutVars>
      </dgm:prSet>
      <dgm:spPr/>
    </dgm:pt>
    <dgm:pt modelId="{A2D4CF60-DCFF-476C-B39B-1D5528D3525D}" type="pres">
      <dgm:prSet presAssocID="{609A868D-5422-42ED-BAD8-016703D08B2B}" presName="sp" presStyleCnt="0"/>
      <dgm:spPr/>
    </dgm:pt>
    <dgm:pt modelId="{371383D4-D578-4B05-851D-380AD1DE6F15}" type="pres">
      <dgm:prSet presAssocID="{2CEDFAEC-F1FE-4425-8524-4BE641DBE9C6}" presName="linNode" presStyleCnt="0"/>
      <dgm:spPr/>
    </dgm:pt>
    <dgm:pt modelId="{E4352FA3-858B-4CFD-B160-42E4B2555D91}" type="pres">
      <dgm:prSet presAssocID="{2CEDFAEC-F1FE-4425-8524-4BE641DBE9C6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3FD057D3-CBBD-42BD-A63F-FB472A7CF24A}" type="pres">
      <dgm:prSet presAssocID="{2CEDFAEC-F1FE-4425-8524-4BE641DBE9C6}" presName="descendantText" presStyleLbl="alignAccFollowNode1" presStyleIdx="2" presStyleCnt="4">
        <dgm:presLayoutVars>
          <dgm:bulletEnabled/>
        </dgm:presLayoutVars>
      </dgm:prSet>
      <dgm:spPr/>
    </dgm:pt>
    <dgm:pt modelId="{E10BF593-3751-462D-ACB0-7D6BACF2DBFA}" type="pres">
      <dgm:prSet presAssocID="{42017FE5-2C74-4EBF-A733-39E04A8FF2F4}" presName="sp" presStyleCnt="0"/>
      <dgm:spPr/>
    </dgm:pt>
    <dgm:pt modelId="{85B2A34D-A869-4B7C-A6E8-886D1AE3693C}" type="pres">
      <dgm:prSet presAssocID="{12073A75-A498-4D4B-9702-CF5C3DB523B4}" presName="linNode" presStyleCnt="0"/>
      <dgm:spPr/>
    </dgm:pt>
    <dgm:pt modelId="{E212206E-872F-4893-B82F-B9094D168DDA}" type="pres">
      <dgm:prSet presAssocID="{12073A75-A498-4D4B-9702-CF5C3DB523B4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09AEAD90-1240-4A51-BC08-8F9393838EAB}" type="pres">
      <dgm:prSet presAssocID="{12073A75-A498-4D4B-9702-CF5C3DB523B4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C4B96B0C-5453-41F5-85D0-0CEAF738B079}" type="presOf" srcId="{2CEDFAEC-F1FE-4425-8524-4BE641DBE9C6}" destId="{E4352FA3-858B-4CFD-B160-42E4B2555D91}" srcOrd="0" destOrd="0" presId="urn:microsoft.com/office/officeart/2016/7/layout/VerticalSolidActionList"/>
    <dgm:cxn modelId="{19724261-3023-4C8A-9533-7FD937071431}" srcId="{1A4E3EAA-639F-4698-ABC4-CDF8E86ECDCB}" destId="{2CEDFAEC-F1FE-4425-8524-4BE641DBE9C6}" srcOrd="2" destOrd="0" parTransId="{28AF6B55-47B7-488E-8BC8-3980050B1421}" sibTransId="{42017FE5-2C74-4EBF-A733-39E04A8FF2F4}"/>
    <dgm:cxn modelId="{1D3C4967-1221-4EB9-BAAB-085B351B7ECC}" srcId="{1A4E3EAA-639F-4698-ABC4-CDF8E86ECDCB}" destId="{12073A75-A498-4D4B-9702-CF5C3DB523B4}" srcOrd="3" destOrd="0" parTransId="{9C81DAC3-299C-443E-8D02-92496CF56E3E}" sibTransId="{64BF716F-9278-4D6E-9C07-361E8CEBC5A9}"/>
    <dgm:cxn modelId="{FC2E826B-A007-4DF4-B79D-4682DE4D79FD}" srcId="{0131520D-CAD2-4194-987B-C921D816DA97}" destId="{C85E9E90-2072-4AAA-B70E-CCDDC689CF54}" srcOrd="0" destOrd="0" parTransId="{8427C188-6068-48E3-A75D-F886ADC78911}" sibTransId="{E3D94EAF-8D9F-4E41-ABD1-BDF925DB4138}"/>
    <dgm:cxn modelId="{36B2DD55-60E9-45FD-94B0-22C39B954D21}" type="presOf" srcId="{12073A75-A498-4D4B-9702-CF5C3DB523B4}" destId="{E212206E-872F-4893-B82F-B9094D168DDA}" srcOrd="0" destOrd="0" presId="urn:microsoft.com/office/officeart/2016/7/layout/VerticalSolidActionList"/>
    <dgm:cxn modelId="{21CA2376-A279-45CB-8722-AC0C3DD51E4D}" srcId="{2CEDFAEC-F1FE-4425-8524-4BE641DBE9C6}" destId="{CF9B73C9-39C4-43BD-AC20-60B72FED5459}" srcOrd="0" destOrd="0" parTransId="{39FDD584-DEAF-42E4-907C-378396FF22AD}" sibTransId="{2C18CED9-032A-4499-8FBD-211AF91627DC}"/>
    <dgm:cxn modelId="{EA09167A-EACB-45EF-B6D1-785E3C1B5BCC}" type="presOf" srcId="{1A4E3EAA-639F-4698-ABC4-CDF8E86ECDCB}" destId="{FE6FD633-B21A-4D4B-87C3-C3284167CA72}" srcOrd="0" destOrd="0" presId="urn:microsoft.com/office/officeart/2016/7/layout/VerticalSolidActionList"/>
    <dgm:cxn modelId="{A5F2468B-D1AB-4BB6-8B7A-AF8CD923D556}" srcId="{1A4E3EAA-639F-4698-ABC4-CDF8E86ECDCB}" destId="{0131520D-CAD2-4194-987B-C921D816DA97}" srcOrd="1" destOrd="0" parTransId="{72ECBA0B-851F-4940-A9EF-704EFB026345}" sibTransId="{609A868D-5422-42ED-BAD8-016703D08B2B}"/>
    <dgm:cxn modelId="{4693B1A6-8551-4857-A099-749637D67730}" type="presOf" srcId="{CF9B73C9-39C4-43BD-AC20-60B72FED5459}" destId="{3FD057D3-CBBD-42BD-A63F-FB472A7CF24A}" srcOrd="0" destOrd="0" presId="urn:microsoft.com/office/officeart/2016/7/layout/VerticalSolidActionList"/>
    <dgm:cxn modelId="{0626EBAE-3BE1-440F-BC47-500F20349C2A}" srcId="{12073A75-A498-4D4B-9702-CF5C3DB523B4}" destId="{9D1E9B43-0CA8-4304-8520-EAF8D9AAA4BC}" srcOrd="0" destOrd="0" parTransId="{893CF234-3874-466A-8BB1-7B1C129E7338}" sibTransId="{5BE89D04-36B5-4D02-87E8-406CEA9F5DA3}"/>
    <dgm:cxn modelId="{FF853DB4-E096-49BB-A53B-8F03942D58A0}" type="presOf" srcId="{9D1E9B43-0CA8-4304-8520-EAF8D9AAA4BC}" destId="{09AEAD90-1240-4A51-BC08-8F9393838EAB}" srcOrd="0" destOrd="0" presId="urn:microsoft.com/office/officeart/2016/7/layout/VerticalSolidActionList"/>
    <dgm:cxn modelId="{605E1FC2-302B-4A69-A944-96FBFF3EB646}" type="presOf" srcId="{C85E9E90-2072-4AAA-B70E-CCDDC689CF54}" destId="{59919A53-0997-4B63-B6C0-736D2DF3A396}" srcOrd="0" destOrd="0" presId="urn:microsoft.com/office/officeart/2016/7/layout/VerticalSolidActionList"/>
    <dgm:cxn modelId="{A68109D6-5A2D-4092-BDC3-B25DCDE0337D}" type="presOf" srcId="{E9F7F9B7-E9B4-422B-B170-453AB9BAA760}" destId="{C5B02E4A-C6BF-4B75-8CD8-A3F46384AE99}" srcOrd="0" destOrd="0" presId="urn:microsoft.com/office/officeart/2016/7/layout/VerticalSolidActionList"/>
    <dgm:cxn modelId="{451539E9-CB7D-49C4-80A8-DBDB40658A7E}" srcId="{E9F7F9B7-E9B4-422B-B170-453AB9BAA760}" destId="{D66157A0-6BB6-4E8C-ADC3-2ABAD7B8E8E8}" srcOrd="0" destOrd="0" parTransId="{6EA960DB-689F-4B4C-BD81-B4EE5011267C}" sibTransId="{9C57877C-29DB-4628-A69C-5E9A10564A9E}"/>
    <dgm:cxn modelId="{7F6468EC-B9CA-48CA-8631-ECAC6668CC6C}" type="presOf" srcId="{D66157A0-6BB6-4E8C-ADC3-2ABAD7B8E8E8}" destId="{5EB4F179-9C1E-4E7E-B8EC-BC25157B5307}" srcOrd="0" destOrd="0" presId="urn:microsoft.com/office/officeart/2016/7/layout/VerticalSolidActionList"/>
    <dgm:cxn modelId="{9D137FF7-0ECF-44ED-A9A0-F072DD4A0BED}" srcId="{1A4E3EAA-639F-4698-ABC4-CDF8E86ECDCB}" destId="{E9F7F9B7-E9B4-422B-B170-453AB9BAA760}" srcOrd="0" destOrd="0" parTransId="{27C075D1-D8BF-4ACA-83CA-C7AA8B1684D6}" sibTransId="{1F6F113A-FA04-460D-A335-AFF0BD6933A0}"/>
    <dgm:cxn modelId="{E64804FC-A996-4005-9B97-44FF2E07EABB}" type="presOf" srcId="{0131520D-CAD2-4194-987B-C921D816DA97}" destId="{2B836995-C0F5-4A3C-8324-0DF1F5FAA9CA}" srcOrd="0" destOrd="0" presId="urn:microsoft.com/office/officeart/2016/7/layout/VerticalSolidActionList"/>
    <dgm:cxn modelId="{B5EFC3BF-EF2A-40E1-BCEA-3BB95B887386}" type="presParOf" srcId="{FE6FD633-B21A-4D4B-87C3-C3284167CA72}" destId="{C241A5E6-E2C2-48DC-90CC-C2311C50A735}" srcOrd="0" destOrd="0" presId="urn:microsoft.com/office/officeart/2016/7/layout/VerticalSolidActionList"/>
    <dgm:cxn modelId="{B89A173F-EDDC-4DC9-9DF6-93E3627A93EE}" type="presParOf" srcId="{C241A5E6-E2C2-48DC-90CC-C2311C50A735}" destId="{C5B02E4A-C6BF-4B75-8CD8-A3F46384AE99}" srcOrd="0" destOrd="0" presId="urn:microsoft.com/office/officeart/2016/7/layout/VerticalSolidActionList"/>
    <dgm:cxn modelId="{2FB8E633-D823-4D5D-83CD-29DA276334AF}" type="presParOf" srcId="{C241A5E6-E2C2-48DC-90CC-C2311C50A735}" destId="{5EB4F179-9C1E-4E7E-B8EC-BC25157B5307}" srcOrd="1" destOrd="0" presId="urn:microsoft.com/office/officeart/2016/7/layout/VerticalSolidActionList"/>
    <dgm:cxn modelId="{341AF493-EEA7-43DA-8C52-1FCA7634C5F8}" type="presParOf" srcId="{FE6FD633-B21A-4D4B-87C3-C3284167CA72}" destId="{1C28F557-9E0A-47F5-8529-BD84B5D3356C}" srcOrd="1" destOrd="0" presId="urn:microsoft.com/office/officeart/2016/7/layout/VerticalSolidActionList"/>
    <dgm:cxn modelId="{0237AD21-7072-48C9-906A-4328E64EAFA2}" type="presParOf" srcId="{FE6FD633-B21A-4D4B-87C3-C3284167CA72}" destId="{8C87396C-CA8C-4365-944F-62B358C6621B}" srcOrd="2" destOrd="0" presId="urn:microsoft.com/office/officeart/2016/7/layout/VerticalSolidActionList"/>
    <dgm:cxn modelId="{58FB84A0-D99D-43F0-9B37-902A0DC1A6EE}" type="presParOf" srcId="{8C87396C-CA8C-4365-944F-62B358C6621B}" destId="{2B836995-C0F5-4A3C-8324-0DF1F5FAA9CA}" srcOrd="0" destOrd="0" presId="urn:microsoft.com/office/officeart/2016/7/layout/VerticalSolidActionList"/>
    <dgm:cxn modelId="{34D415C8-7557-4CD1-AF80-9B422648B89F}" type="presParOf" srcId="{8C87396C-CA8C-4365-944F-62B358C6621B}" destId="{59919A53-0997-4B63-B6C0-736D2DF3A396}" srcOrd="1" destOrd="0" presId="urn:microsoft.com/office/officeart/2016/7/layout/VerticalSolidActionList"/>
    <dgm:cxn modelId="{0EDFC007-A59B-422B-95B9-BD671A1D2C52}" type="presParOf" srcId="{FE6FD633-B21A-4D4B-87C3-C3284167CA72}" destId="{A2D4CF60-DCFF-476C-B39B-1D5528D3525D}" srcOrd="3" destOrd="0" presId="urn:microsoft.com/office/officeart/2016/7/layout/VerticalSolidActionList"/>
    <dgm:cxn modelId="{83B1C60B-84CC-4EB1-B390-B0FCAD42BF53}" type="presParOf" srcId="{FE6FD633-B21A-4D4B-87C3-C3284167CA72}" destId="{371383D4-D578-4B05-851D-380AD1DE6F15}" srcOrd="4" destOrd="0" presId="urn:microsoft.com/office/officeart/2016/7/layout/VerticalSolidActionList"/>
    <dgm:cxn modelId="{ED1B6BC5-4565-41AC-923A-3B5D6E7DFFA1}" type="presParOf" srcId="{371383D4-D578-4B05-851D-380AD1DE6F15}" destId="{E4352FA3-858B-4CFD-B160-42E4B2555D91}" srcOrd="0" destOrd="0" presId="urn:microsoft.com/office/officeart/2016/7/layout/VerticalSolidActionList"/>
    <dgm:cxn modelId="{F22ECF32-02D0-47A2-847A-197BF9EB0933}" type="presParOf" srcId="{371383D4-D578-4B05-851D-380AD1DE6F15}" destId="{3FD057D3-CBBD-42BD-A63F-FB472A7CF24A}" srcOrd="1" destOrd="0" presId="urn:microsoft.com/office/officeart/2016/7/layout/VerticalSolidActionList"/>
    <dgm:cxn modelId="{41CCA3B1-D057-4275-B4C7-A4E817D888B8}" type="presParOf" srcId="{FE6FD633-B21A-4D4B-87C3-C3284167CA72}" destId="{E10BF593-3751-462D-ACB0-7D6BACF2DBFA}" srcOrd="5" destOrd="0" presId="urn:microsoft.com/office/officeart/2016/7/layout/VerticalSolidActionList"/>
    <dgm:cxn modelId="{5635976C-1101-4A6F-AE8E-F5E9EFF8FBD4}" type="presParOf" srcId="{FE6FD633-B21A-4D4B-87C3-C3284167CA72}" destId="{85B2A34D-A869-4B7C-A6E8-886D1AE3693C}" srcOrd="6" destOrd="0" presId="urn:microsoft.com/office/officeart/2016/7/layout/VerticalSolidActionList"/>
    <dgm:cxn modelId="{EFD4F012-74FC-4A01-9587-13D260D8FC9B}" type="presParOf" srcId="{85B2A34D-A869-4B7C-A6E8-886D1AE3693C}" destId="{E212206E-872F-4893-B82F-B9094D168DDA}" srcOrd="0" destOrd="0" presId="urn:microsoft.com/office/officeart/2016/7/layout/VerticalSolidActionList"/>
    <dgm:cxn modelId="{E8C78C1A-1CD8-476E-89FE-C40D834383A8}" type="presParOf" srcId="{85B2A34D-A869-4B7C-A6E8-886D1AE3693C}" destId="{09AEAD90-1240-4A51-BC08-8F9393838EAB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2BBBC26-AC78-4C16-B8FD-0414D2758E6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B4383EB-35D4-4FEA-8C52-741040815591}">
      <dgm:prSet/>
      <dgm:spPr/>
      <dgm:t>
        <a:bodyPr/>
        <a:lstStyle/>
        <a:p>
          <a:r>
            <a:rPr lang="en-US" b="0" i="0" baseline="0"/>
            <a:t>Built a strong fraud detection pipeline</a:t>
          </a:r>
          <a:endParaRPr lang="en-US"/>
        </a:p>
      </dgm:t>
    </dgm:pt>
    <dgm:pt modelId="{00732724-E134-475D-A9FF-536DFEF2D32C}" type="parTrans" cxnId="{6D805AFE-0611-4F6A-82D5-C8BD1935773C}">
      <dgm:prSet/>
      <dgm:spPr/>
      <dgm:t>
        <a:bodyPr/>
        <a:lstStyle/>
        <a:p>
          <a:endParaRPr lang="en-US"/>
        </a:p>
      </dgm:t>
    </dgm:pt>
    <dgm:pt modelId="{78C47951-3FF9-434D-90FA-21CB07C043A8}" type="sibTrans" cxnId="{6D805AFE-0611-4F6A-82D5-C8BD1935773C}">
      <dgm:prSet/>
      <dgm:spPr/>
      <dgm:t>
        <a:bodyPr/>
        <a:lstStyle/>
        <a:p>
          <a:endParaRPr lang="en-US"/>
        </a:p>
      </dgm:t>
    </dgm:pt>
    <dgm:pt modelId="{A011FB13-4BF2-42E0-B1FD-85C8AFBB3309}">
      <dgm:prSet/>
      <dgm:spPr/>
      <dgm:t>
        <a:bodyPr/>
        <a:lstStyle/>
        <a:p>
          <a:r>
            <a:rPr lang="en-US" b="0" i="0" baseline="0"/>
            <a:t>Achieved high AUC and precision using Random Forest + SMOTE</a:t>
          </a:r>
          <a:endParaRPr lang="en-US"/>
        </a:p>
      </dgm:t>
    </dgm:pt>
    <dgm:pt modelId="{AA1E6A66-A22B-4BF6-BF03-EEE07BEBDA2A}" type="parTrans" cxnId="{D9D168F1-DC89-4143-8624-8060C3DDAC71}">
      <dgm:prSet/>
      <dgm:spPr/>
      <dgm:t>
        <a:bodyPr/>
        <a:lstStyle/>
        <a:p>
          <a:endParaRPr lang="en-US"/>
        </a:p>
      </dgm:t>
    </dgm:pt>
    <dgm:pt modelId="{F827C513-CC77-461D-9EF2-303124154107}" type="sibTrans" cxnId="{D9D168F1-DC89-4143-8624-8060C3DDAC71}">
      <dgm:prSet/>
      <dgm:spPr/>
      <dgm:t>
        <a:bodyPr/>
        <a:lstStyle/>
        <a:p>
          <a:endParaRPr lang="en-US"/>
        </a:p>
      </dgm:t>
    </dgm:pt>
    <dgm:pt modelId="{192908E5-7C90-427F-9357-604E2B0AB72D}">
      <dgm:prSet/>
      <dgm:spPr/>
      <dgm:t>
        <a:bodyPr/>
        <a:lstStyle/>
        <a:p>
          <a:r>
            <a:rPr lang="en-US" b="0" i="0" baseline="0"/>
            <a:t>Balanced performance and interpretability</a:t>
          </a:r>
          <a:endParaRPr lang="en-US"/>
        </a:p>
      </dgm:t>
    </dgm:pt>
    <dgm:pt modelId="{7BA27D86-12D2-4AA9-A9C6-5654C794AADC}" type="parTrans" cxnId="{F875C4D7-3AFB-4805-B880-B5E38E7652A7}">
      <dgm:prSet/>
      <dgm:spPr/>
      <dgm:t>
        <a:bodyPr/>
        <a:lstStyle/>
        <a:p>
          <a:endParaRPr lang="en-US"/>
        </a:p>
      </dgm:t>
    </dgm:pt>
    <dgm:pt modelId="{0CEB2133-84FD-4AFD-AA62-A23F6ECDBF9C}" type="sibTrans" cxnId="{F875C4D7-3AFB-4805-B880-B5E38E7652A7}">
      <dgm:prSet/>
      <dgm:spPr/>
      <dgm:t>
        <a:bodyPr/>
        <a:lstStyle/>
        <a:p>
          <a:endParaRPr lang="en-US"/>
        </a:p>
      </dgm:t>
    </dgm:pt>
    <dgm:pt modelId="{37C54AF6-3FE9-4EC3-B1C3-56E7FD33ECCE}">
      <dgm:prSet/>
      <dgm:spPr/>
      <dgm:t>
        <a:bodyPr/>
        <a:lstStyle/>
        <a:p>
          <a:r>
            <a:rPr lang="en-US" b="0" i="0" baseline="0"/>
            <a:t>Open for questions! </a:t>
          </a:r>
          <a:endParaRPr lang="en-US"/>
        </a:p>
      </dgm:t>
    </dgm:pt>
    <dgm:pt modelId="{82CD9A5F-A51F-4A48-8F2A-1871560B6BFD}" type="parTrans" cxnId="{6CC7A969-B9D5-421F-8CA0-08C9EDAB8979}">
      <dgm:prSet/>
      <dgm:spPr/>
      <dgm:t>
        <a:bodyPr/>
        <a:lstStyle/>
        <a:p>
          <a:endParaRPr lang="en-US"/>
        </a:p>
      </dgm:t>
    </dgm:pt>
    <dgm:pt modelId="{EDF770E4-523F-4FB8-AF73-6008FF4EC05B}" type="sibTrans" cxnId="{6CC7A969-B9D5-421F-8CA0-08C9EDAB8979}">
      <dgm:prSet/>
      <dgm:spPr/>
      <dgm:t>
        <a:bodyPr/>
        <a:lstStyle/>
        <a:p>
          <a:endParaRPr lang="en-US"/>
        </a:p>
      </dgm:t>
    </dgm:pt>
    <dgm:pt modelId="{8A193209-CF91-4265-BEC2-89EC480D160B}" type="pres">
      <dgm:prSet presAssocID="{02BBBC26-AC78-4C16-B8FD-0414D2758E63}" presName="root" presStyleCnt="0">
        <dgm:presLayoutVars>
          <dgm:dir/>
          <dgm:resizeHandles val="exact"/>
        </dgm:presLayoutVars>
      </dgm:prSet>
      <dgm:spPr/>
    </dgm:pt>
    <dgm:pt modelId="{47FE76D7-091A-457F-9663-71B1C4DD85BD}" type="pres">
      <dgm:prSet presAssocID="{6B4383EB-35D4-4FEA-8C52-741040815591}" presName="compNode" presStyleCnt="0"/>
      <dgm:spPr/>
    </dgm:pt>
    <dgm:pt modelId="{F8D621D0-87AC-4BF1-B660-8BA8E36B3D79}" type="pres">
      <dgm:prSet presAssocID="{6B4383EB-35D4-4FEA-8C52-741040815591}" presName="bgRect" presStyleLbl="bgShp" presStyleIdx="0" presStyleCnt="4"/>
      <dgm:spPr/>
    </dgm:pt>
    <dgm:pt modelId="{95F90A32-A913-4B45-9384-8D57C8A038F9}" type="pres">
      <dgm:prSet presAssocID="{6B4383EB-35D4-4FEA-8C52-7410408155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1312EFE5-EF0C-4C2F-999E-03E840B4F6EB}" type="pres">
      <dgm:prSet presAssocID="{6B4383EB-35D4-4FEA-8C52-741040815591}" presName="spaceRect" presStyleCnt="0"/>
      <dgm:spPr/>
    </dgm:pt>
    <dgm:pt modelId="{193D63A9-BF6E-4937-B07C-C26D623EF7FB}" type="pres">
      <dgm:prSet presAssocID="{6B4383EB-35D4-4FEA-8C52-741040815591}" presName="parTx" presStyleLbl="revTx" presStyleIdx="0" presStyleCnt="4">
        <dgm:presLayoutVars>
          <dgm:chMax val="0"/>
          <dgm:chPref val="0"/>
        </dgm:presLayoutVars>
      </dgm:prSet>
      <dgm:spPr/>
    </dgm:pt>
    <dgm:pt modelId="{F84BE037-18CD-4669-A8E3-2FE520199B0C}" type="pres">
      <dgm:prSet presAssocID="{78C47951-3FF9-434D-90FA-21CB07C043A8}" presName="sibTrans" presStyleCnt="0"/>
      <dgm:spPr/>
    </dgm:pt>
    <dgm:pt modelId="{6E8D58B6-B594-4BCE-97C8-85DF21E8B15E}" type="pres">
      <dgm:prSet presAssocID="{A011FB13-4BF2-42E0-B1FD-85C8AFBB3309}" presName="compNode" presStyleCnt="0"/>
      <dgm:spPr/>
    </dgm:pt>
    <dgm:pt modelId="{A6CF1006-C282-4091-9710-DFFFE0727148}" type="pres">
      <dgm:prSet presAssocID="{A011FB13-4BF2-42E0-B1FD-85C8AFBB3309}" presName="bgRect" presStyleLbl="bgShp" presStyleIdx="1" presStyleCnt="4"/>
      <dgm:spPr/>
    </dgm:pt>
    <dgm:pt modelId="{CF6F0BD6-85E3-4A50-B872-5861710E7585}" type="pres">
      <dgm:prSet presAssocID="{A011FB13-4BF2-42E0-B1FD-85C8AFBB330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3F73ED1-30AA-41DA-B1CA-43D24F16D383}" type="pres">
      <dgm:prSet presAssocID="{A011FB13-4BF2-42E0-B1FD-85C8AFBB3309}" presName="spaceRect" presStyleCnt="0"/>
      <dgm:spPr/>
    </dgm:pt>
    <dgm:pt modelId="{C1484218-BA63-4123-8711-645DF82FEB76}" type="pres">
      <dgm:prSet presAssocID="{A011FB13-4BF2-42E0-B1FD-85C8AFBB3309}" presName="parTx" presStyleLbl="revTx" presStyleIdx="1" presStyleCnt="4">
        <dgm:presLayoutVars>
          <dgm:chMax val="0"/>
          <dgm:chPref val="0"/>
        </dgm:presLayoutVars>
      </dgm:prSet>
      <dgm:spPr/>
    </dgm:pt>
    <dgm:pt modelId="{A5A1207A-9704-49B5-BD9C-C776B9A42119}" type="pres">
      <dgm:prSet presAssocID="{F827C513-CC77-461D-9EF2-303124154107}" presName="sibTrans" presStyleCnt="0"/>
      <dgm:spPr/>
    </dgm:pt>
    <dgm:pt modelId="{7E3F2D68-DFE2-49EB-988E-0AB1E059651E}" type="pres">
      <dgm:prSet presAssocID="{192908E5-7C90-427F-9357-604E2B0AB72D}" presName="compNode" presStyleCnt="0"/>
      <dgm:spPr/>
    </dgm:pt>
    <dgm:pt modelId="{3F53E5FB-A5F4-46BC-B975-A09C66831B48}" type="pres">
      <dgm:prSet presAssocID="{192908E5-7C90-427F-9357-604E2B0AB72D}" presName="bgRect" presStyleLbl="bgShp" presStyleIdx="2" presStyleCnt="4"/>
      <dgm:spPr/>
    </dgm:pt>
    <dgm:pt modelId="{4865EFC0-2904-4DC6-BB76-47EB927B5F86}" type="pres">
      <dgm:prSet presAssocID="{192908E5-7C90-427F-9357-604E2B0AB7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5EA43066-5092-475B-994C-9AB214ABCF82}" type="pres">
      <dgm:prSet presAssocID="{192908E5-7C90-427F-9357-604E2B0AB72D}" presName="spaceRect" presStyleCnt="0"/>
      <dgm:spPr/>
    </dgm:pt>
    <dgm:pt modelId="{9301E26A-E8DA-4C56-9D7A-AF701AD1C0D4}" type="pres">
      <dgm:prSet presAssocID="{192908E5-7C90-427F-9357-604E2B0AB72D}" presName="parTx" presStyleLbl="revTx" presStyleIdx="2" presStyleCnt="4">
        <dgm:presLayoutVars>
          <dgm:chMax val="0"/>
          <dgm:chPref val="0"/>
        </dgm:presLayoutVars>
      </dgm:prSet>
      <dgm:spPr/>
    </dgm:pt>
    <dgm:pt modelId="{3CA41729-E8CE-44EF-BEDD-D5AE9B319988}" type="pres">
      <dgm:prSet presAssocID="{0CEB2133-84FD-4AFD-AA62-A23F6ECDBF9C}" presName="sibTrans" presStyleCnt="0"/>
      <dgm:spPr/>
    </dgm:pt>
    <dgm:pt modelId="{0D7F5C58-8EDB-4FED-B16D-206E455F2359}" type="pres">
      <dgm:prSet presAssocID="{37C54AF6-3FE9-4EC3-B1C3-56E7FD33ECCE}" presName="compNode" presStyleCnt="0"/>
      <dgm:spPr/>
    </dgm:pt>
    <dgm:pt modelId="{0700D81A-2A54-49AA-B0C0-1507E2B8CD65}" type="pres">
      <dgm:prSet presAssocID="{37C54AF6-3FE9-4EC3-B1C3-56E7FD33ECCE}" presName="bgRect" presStyleLbl="bgShp" presStyleIdx="3" presStyleCnt="4"/>
      <dgm:spPr/>
    </dgm:pt>
    <dgm:pt modelId="{1E27C07C-046B-4BBF-A54C-82B4D8EC0F7F}" type="pres">
      <dgm:prSet presAssocID="{37C54AF6-3FE9-4EC3-B1C3-56E7FD33ECC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96E32130-3A92-461F-A943-3EBCAAAF9F3D}" type="pres">
      <dgm:prSet presAssocID="{37C54AF6-3FE9-4EC3-B1C3-56E7FD33ECCE}" presName="spaceRect" presStyleCnt="0"/>
      <dgm:spPr/>
    </dgm:pt>
    <dgm:pt modelId="{B785E869-4AEF-497C-83A6-7698A0374FA9}" type="pres">
      <dgm:prSet presAssocID="{37C54AF6-3FE9-4EC3-B1C3-56E7FD33ECC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E19A018-1886-4E6C-8815-0FB72B1F90B6}" type="presOf" srcId="{192908E5-7C90-427F-9357-604E2B0AB72D}" destId="{9301E26A-E8DA-4C56-9D7A-AF701AD1C0D4}" srcOrd="0" destOrd="0" presId="urn:microsoft.com/office/officeart/2018/2/layout/IconVerticalSolidList"/>
    <dgm:cxn modelId="{8153B440-AC43-44F9-8F9F-DF7645518344}" type="presOf" srcId="{6B4383EB-35D4-4FEA-8C52-741040815591}" destId="{193D63A9-BF6E-4937-B07C-C26D623EF7FB}" srcOrd="0" destOrd="0" presId="urn:microsoft.com/office/officeart/2018/2/layout/IconVerticalSolidList"/>
    <dgm:cxn modelId="{1541F85B-E562-4BC4-898F-F969D3B92F87}" type="presOf" srcId="{37C54AF6-3FE9-4EC3-B1C3-56E7FD33ECCE}" destId="{B785E869-4AEF-497C-83A6-7698A0374FA9}" srcOrd="0" destOrd="0" presId="urn:microsoft.com/office/officeart/2018/2/layout/IconVerticalSolidList"/>
    <dgm:cxn modelId="{6CC7A969-B9D5-421F-8CA0-08C9EDAB8979}" srcId="{02BBBC26-AC78-4C16-B8FD-0414D2758E63}" destId="{37C54AF6-3FE9-4EC3-B1C3-56E7FD33ECCE}" srcOrd="3" destOrd="0" parTransId="{82CD9A5F-A51F-4A48-8F2A-1871560B6BFD}" sibTransId="{EDF770E4-523F-4FB8-AF73-6008FF4EC05B}"/>
    <dgm:cxn modelId="{83545AA6-1FB7-45CB-A7F5-34F9AD6ACE7B}" type="presOf" srcId="{02BBBC26-AC78-4C16-B8FD-0414D2758E63}" destId="{8A193209-CF91-4265-BEC2-89EC480D160B}" srcOrd="0" destOrd="0" presId="urn:microsoft.com/office/officeart/2018/2/layout/IconVerticalSolidList"/>
    <dgm:cxn modelId="{F875C4D7-3AFB-4805-B880-B5E38E7652A7}" srcId="{02BBBC26-AC78-4C16-B8FD-0414D2758E63}" destId="{192908E5-7C90-427F-9357-604E2B0AB72D}" srcOrd="2" destOrd="0" parTransId="{7BA27D86-12D2-4AA9-A9C6-5654C794AADC}" sibTransId="{0CEB2133-84FD-4AFD-AA62-A23F6ECDBF9C}"/>
    <dgm:cxn modelId="{2453DEE0-EA30-4B22-917A-A8E176BD4DB0}" type="presOf" srcId="{A011FB13-4BF2-42E0-B1FD-85C8AFBB3309}" destId="{C1484218-BA63-4123-8711-645DF82FEB76}" srcOrd="0" destOrd="0" presId="urn:microsoft.com/office/officeart/2018/2/layout/IconVerticalSolidList"/>
    <dgm:cxn modelId="{D9D168F1-DC89-4143-8624-8060C3DDAC71}" srcId="{02BBBC26-AC78-4C16-B8FD-0414D2758E63}" destId="{A011FB13-4BF2-42E0-B1FD-85C8AFBB3309}" srcOrd="1" destOrd="0" parTransId="{AA1E6A66-A22B-4BF6-BF03-EEE07BEBDA2A}" sibTransId="{F827C513-CC77-461D-9EF2-303124154107}"/>
    <dgm:cxn modelId="{6D805AFE-0611-4F6A-82D5-C8BD1935773C}" srcId="{02BBBC26-AC78-4C16-B8FD-0414D2758E63}" destId="{6B4383EB-35D4-4FEA-8C52-741040815591}" srcOrd="0" destOrd="0" parTransId="{00732724-E134-475D-A9FF-536DFEF2D32C}" sibTransId="{78C47951-3FF9-434D-90FA-21CB07C043A8}"/>
    <dgm:cxn modelId="{9BB74586-DB4F-4DD3-A6EA-FA5480D6A906}" type="presParOf" srcId="{8A193209-CF91-4265-BEC2-89EC480D160B}" destId="{47FE76D7-091A-457F-9663-71B1C4DD85BD}" srcOrd="0" destOrd="0" presId="urn:microsoft.com/office/officeart/2018/2/layout/IconVerticalSolidList"/>
    <dgm:cxn modelId="{09003EB7-9296-4312-9E5B-9A1BCDD5F098}" type="presParOf" srcId="{47FE76D7-091A-457F-9663-71B1C4DD85BD}" destId="{F8D621D0-87AC-4BF1-B660-8BA8E36B3D79}" srcOrd="0" destOrd="0" presId="urn:microsoft.com/office/officeart/2018/2/layout/IconVerticalSolidList"/>
    <dgm:cxn modelId="{08E83895-9539-434C-86EA-6553B968D4E2}" type="presParOf" srcId="{47FE76D7-091A-457F-9663-71B1C4DD85BD}" destId="{95F90A32-A913-4B45-9384-8D57C8A038F9}" srcOrd="1" destOrd="0" presId="urn:microsoft.com/office/officeart/2018/2/layout/IconVerticalSolidList"/>
    <dgm:cxn modelId="{8F52A951-79C9-4CAF-8D82-8CC7E1709956}" type="presParOf" srcId="{47FE76D7-091A-457F-9663-71B1C4DD85BD}" destId="{1312EFE5-EF0C-4C2F-999E-03E840B4F6EB}" srcOrd="2" destOrd="0" presId="urn:microsoft.com/office/officeart/2018/2/layout/IconVerticalSolidList"/>
    <dgm:cxn modelId="{A3A6A6EF-447B-4E7B-86E1-AB2E55C6A9D9}" type="presParOf" srcId="{47FE76D7-091A-457F-9663-71B1C4DD85BD}" destId="{193D63A9-BF6E-4937-B07C-C26D623EF7FB}" srcOrd="3" destOrd="0" presId="urn:microsoft.com/office/officeart/2018/2/layout/IconVerticalSolidList"/>
    <dgm:cxn modelId="{5845D2D1-F4BE-4E31-B3B2-70C382537A3C}" type="presParOf" srcId="{8A193209-CF91-4265-BEC2-89EC480D160B}" destId="{F84BE037-18CD-4669-A8E3-2FE520199B0C}" srcOrd="1" destOrd="0" presId="urn:microsoft.com/office/officeart/2018/2/layout/IconVerticalSolidList"/>
    <dgm:cxn modelId="{DBD435D9-2E5C-4A5A-AAA7-9780956DB4F8}" type="presParOf" srcId="{8A193209-CF91-4265-BEC2-89EC480D160B}" destId="{6E8D58B6-B594-4BCE-97C8-85DF21E8B15E}" srcOrd="2" destOrd="0" presId="urn:microsoft.com/office/officeart/2018/2/layout/IconVerticalSolidList"/>
    <dgm:cxn modelId="{C6994412-8FDA-4498-894D-968D93044F20}" type="presParOf" srcId="{6E8D58B6-B594-4BCE-97C8-85DF21E8B15E}" destId="{A6CF1006-C282-4091-9710-DFFFE0727148}" srcOrd="0" destOrd="0" presId="urn:microsoft.com/office/officeart/2018/2/layout/IconVerticalSolidList"/>
    <dgm:cxn modelId="{7F6DC0F3-AF1A-43BE-970C-66A93FEA3265}" type="presParOf" srcId="{6E8D58B6-B594-4BCE-97C8-85DF21E8B15E}" destId="{CF6F0BD6-85E3-4A50-B872-5861710E7585}" srcOrd="1" destOrd="0" presId="urn:microsoft.com/office/officeart/2018/2/layout/IconVerticalSolidList"/>
    <dgm:cxn modelId="{441696A0-3586-41D4-9744-C638114BEC5D}" type="presParOf" srcId="{6E8D58B6-B594-4BCE-97C8-85DF21E8B15E}" destId="{F3F73ED1-30AA-41DA-B1CA-43D24F16D383}" srcOrd="2" destOrd="0" presId="urn:microsoft.com/office/officeart/2018/2/layout/IconVerticalSolidList"/>
    <dgm:cxn modelId="{1BF43FC9-C5AB-4467-AD0B-5B7BB3972375}" type="presParOf" srcId="{6E8D58B6-B594-4BCE-97C8-85DF21E8B15E}" destId="{C1484218-BA63-4123-8711-645DF82FEB76}" srcOrd="3" destOrd="0" presId="urn:microsoft.com/office/officeart/2018/2/layout/IconVerticalSolidList"/>
    <dgm:cxn modelId="{D1304B17-CD49-4C13-B869-26995517208A}" type="presParOf" srcId="{8A193209-CF91-4265-BEC2-89EC480D160B}" destId="{A5A1207A-9704-49B5-BD9C-C776B9A42119}" srcOrd="3" destOrd="0" presId="urn:microsoft.com/office/officeart/2018/2/layout/IconVerticalSolidList"/>
    <dgm:cxn modelId="{487A17F7-9FEC-42B7-BBDE-6C1C9C2B2CC7}" type="presParOf" srcId="{8A193209-CF91-4265-BEC2-89EC480D160B}" destId="{7E3F2D68-DFE2-49EB-988E-0AB1E059651E}" srcOrd="4" destOrd="0" presId="urn:microsoft.com/office/officeart/2018/2/layout/IconVerticalSolidList"/>
    <dgm:cxn modelId="{77DBF54B-C868-4FD7-8EB8-756478270739}" type="presParOf" srcId="{7E3F2D68-DFE2-49EB-988E-0AB1E059651E}" destId="{3F53E5FB-A5F4-46BC-B975-A09C66831B48}" srcOrd="0" destOrd="0" presId="urn:microsoft.com/office/officeart/2018/2/layout/IconVerticalSolidList"/>
    <dgm:cxn modelId="{005C3457-A88F-407A-8951-C8C60F7268CC}" type="presParOf" srcId="{7E3F2D68-DFE2-49EB-988E-0AB1E059651E}" destId="{4865EFC0-2904-4DC6-BB76-47EB927B5F86}" srcOrd="1" destOrd="0" presId="urn:microsoft.com/office/officeart/2018/2/layout/IconVerticalSolidList"/>
    <dgm:cxn modelId="{BB164D0A-F50A-4D1C-8F0A-DF93565CB4C3}" type="presParOf" srcId="{7E3F2D68-DFE2-49EB-988E-0AB1E059651E}" destId="{5EA43066-5092-475B-994C-9AB214ABCF82}" srcOrd="2" destOrd="0" presId="urn:microsoft.com/office/officeart/2018/2/layout/IconVerticalSolidList"/>
    <dgm:cxn modelId="{CF9C01FD-87EA-44B6-96E9-45EB68E7FE24}" type="presParOf" srcId="{7E3F2D68-DFE2-49EB-988E-0AB1E059651E}" destId="{9301E26A-E8DA-4C56-9D7A-AF701AD1C0D4}" srcOrd="3" destOrd="0" presId="urn:microsoft.com/office/officeart/2018/2/layout/IconVerticalSolidList"/>
    <dgm:cxn modelId="{B73C830B-1054-40AD-BA13-51E75F512965}" type="presParOf" srcId="{8A193209-CF91-4265-BEC2-89EC480D160B}" destId="{3CA41729-E8CE-44EF-BEDD-D5AE9B319988}" srcOrd="5" destOrd="0" presId="urn:microsoft.com/office/officeart/2018/2/layout/IconVerticalSolidList"/>
    <dgm:cxn modelId="{0393231C-5029-4C1B-94D3-4F97E3CCB265}" type="presParOf" srcId="{8A193209-CF91-4265-BEC2-89EC480D160B}" destId="{0D7F5C58-8EDB-4FED-B16D-206E455F2359}" srcOrd="6" destOrd="0" presId="urn:microsoft.com/office/officeart/2018/2/layout/IconVerticalSolidList"/>
    <dgm:cxn modelId="{E8E1B96A-344A-4AF5-BCFE-5355AC46F2DB}" type="presParOf" srcId="{0D7F5C58-8EDB-4FED-B16D-206E455F2359}" destId="{0700D81A-2A54-49AA-B0C0-1507E2B8CD65}" srcOrd="0" destOrd="0" presId="urn:microsoft.com/office/officeart/2018/2/layout/IconVerticalSolidList"/>
    <dgm:cxn modelId="{A90F4A27-7A4E-4007-9966-8CD594D4CD41}" type="presParOf" srcId="{0D7F5C58-8EDB-4FED-B16D-206E455F2359}" destId="{1E27C07C-046B-4BBF-A54C-82B4D8EC0F7F}" srcOrd="1" destOrd="0" presId="urn:microsoft.com/office/officeart/2018/2/layout/IconVerticalSolidList"/>
    <dgm:cxn modelId="{52E2896D-3D52-49E1-9F9B-76953ACECB1C}" type="presParOf" srcId="{0D7F5C58-8EDB-4FED-B16D-206E455F2359}" destId="{96E32130-3A92-461F-A943-3EBCAAAF9F3D}" srcOrd="2" destOrd="0" presId="urn:microsoft.com/office/officeart/2018/2/layout/IconVerticalSolidList"/>
    <dgm:cxn modelId="{6738DA8C-18F0-4B5D-BF10-789CF6174EEA}" type="presParOf" srcId="{0D7F5C58-8EDB-4FED-B16D-206E455F2359}" destId="{B785E869-4AEF-497C-83A6-7698A0374FA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74BF8E-A7A9-4C40-A628-D70E66671836}">
      <dsp:nvSpPr>
        <dsp:cNvPr id="0" name=""/>
        <dsp:cNvSpPr/>
      </dsp:nvSpPr>
      <dsp:spPr>
        <a:xfrm>
          <a:off x="366296" y="0"/>
          <a:ext cx="4303465" cy="430346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3422E60-225F-4B0D-A0B9-4A859CFC978B}">
      <dsp:nvSpPr>
        <dsp:cNvPr id="0" name=""/>
        <dsp:cNvSpPr/>
      </dsp:nvSpPr>
      <dsp:spPr>
        <a:xfrm>
          <a:off x="775125" y="408829"/>
          <a:ext cx="1678351" cy="167835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Goal</a:t>
          </a:r>
          <a:r>
            <a:rPr lang="en-US" sz="1700" kern="1200" dirty="0">
              <a:solidFill>
                <a:schemeClr val="tx1"/>
              </a:solidFill>
            </a:rPr>
            <a:t>: Detect fraudulent credit card transactions.</a:t>
          </a:r>
        </a:p>
      </dsp:txBody>
      <dsp:txXfrm>
        <a:off x="857055" y="490759"/>
        <a:ext cx="1514491" cy="1514491"/>
      </dsp:txXfrm>
    </dsp:sp>
    <dsp:sp modelId="{C0AB3E4B-0FF0-4E01-B862-3EB43684A009}">
      <dsp:nvSpPr>
        <dsp:cNvPr id="0" name=""/>
        <dsp:cNvSpPr/>
      </dsp:nvSpPr>
      <dsp:spPr>
        <a:xfrm>
          <a:off x="2582580" y="408829"/>
          <a:ext cx="1678351" cy="1678351"/>
        </a:xfrm>
        <a:prstGeom prst="roundRect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Motivation</a:t>
          </a:r>
          <a:r>
            <a:rPr lang="en-US" sz="1700" kern="1200" dirty="0">
              <a:solidFill>
                <a:schemeClr val="tx1"/>
              </a:solidFill>
            </a:rPr>
            <a:t>: Real-world impact of credit card fraud.</a:t>
          </a:r>
        </a:p>
      </dsp:txBody>
      <dsp:txXfrm>
        <a:off x="2664510" y="490759"/>
        <a:ext cx="1514491" cy="1514491"/>
      </dsp:txXfrm>
    </dsp:sp>
    <dsp:sp modelId="{3CA15CFC-8B24-41BB-B0DB-C66BAA167A93}">
      <dsp:nvSpPr>
        <dsp:cNvPr id="0" name=""/>
        <dsp:cNvSpPr/>
      </dsp:nvSpPr>
      <dsp:spPr>
        <a:xfrm>
          <a:off x="775125" y="2216284"/>
          <a:ext cx="1678351" cy="1678351"/>
        </a:xfrm>
        <a:prstGeom prst="roundRect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Approach</a:t>
          </a:r>
          <a:r>
            <a:rPr lang="en-US" sz="1700" kern="1200" dirty="0">
              <a:solidFill>
                <a:schemeClr val="tx1"/>
              </a:solidFill>
            </a:rPr>
            <a:t>: Data preprocessing → SMOTE → Model training → Evaluation.</a:t>
          </a:r>
        </a:p>
      </dsp:txBody>
      <dsp:txXfrm>
        <a:off x="857055" y="2298214"/>
        <a:ext cx="1514491" cy="1514491"/>
      </dsp:txXfrm>
    </dsp:sp>
    <dsp:sp modelId="{C9C671F7-8464-4ECF-AAD9-CA16955960E3}">
      <dsp:nvSpPr>
        <dsp:cNvPr id="0" name=""/>
        <dsp:cNvSpPr/>
      </dsp:nvSpPr>
      <dsp:spPr>
        <a:xfrm>
          <a:off x="2582580" y="2216284"/>
          <a:ext cx="1678351" cy="1678351"/>
        </a:xfrm>
        <a:prstGeom prst="roundRect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</a:rPr>
            <a:t>Tools</a:t>
          </a:r>
          <a:r>
            <a:rPr lang="en-US" sz="1700" kern="1200" dirty="0">
              <a:solidFill>
                <a:schemeClr val="tx1"/>
              </a:solidFill>
            </a:rPr>
            <a:t>: Python, scikit-learn, Pandas, Matplotlib.</a:t>
          </a:r>
        </a:p>
      </dsp:txBody>
      <dsp:txXfrm>
        <a:off x="2664510" y="2298214"/>
        <a:ext cx="1514491" cy="15144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09DDF0-AB49-42AA-B72B-00EFAF85A277}">
      <dsp:nvSpPr>
        <dsp:cNvPr id="0" name=""/>
        <dsp:cNvSpPr/>
      </dsp:nvSpPr>
      <dsp:spPr>
        <a:xfrm>
          <a:off x="0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5C7AE-32E0-4076-AD63-2A779A819675}">
      <dsp:nvSpPr>
        <dsp:cNvPr id="0" name=""/>
        <dsp:cNvSpPr/>
      </dsp:nvSpPr>
      <dsp:spPr>
        <a:xfrm>
          <a:off x="243244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Fraudulent transactions are rare (0.17%).</a:t>
          </a:r>
        </a:p>
      </dsp:txBody>
      <dsp:txXfrm>
        <a:off x="283960" y="1066136"/>
        <a:ext cx="2107770" cy="1308711"/>
      </dsp:txXfrm>
    </dsp:sp>
    <dsp:sp modelId="{5F03974C-FBDA-443F-8085-46C14EB3F84D}">
      <dsp:nvSpPr>
        <dsp:cNvPr id="0" name=""/>
        <dsp:cNvSpPr/>
      </dsp:nvSpPr>
      <dsp:spPr>
        <a:xfrm>
          <a:off x="2675691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93667-2E21-48ED-A4AA-93D0984A5FB6}">
      <dsp:nvSpPr>
        <dsp:cNvPr id="0" name=""/>
        <dsp:cNvSpPr/>
      </dsp:nvSpPr>
      <dsp:spPr>
        <a:xfrm>
          <a:off x="2918936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Traditional methods fail in high imbalance scenarios.</a:t>
          </a:r>
        </a:p>
      </dsp:txBody>
      <dsp:txXfrm>
        <a:off x="2959652" y="1066136"/>
        <a:ext cx="2107770" cy="1308711"/>
      </dsp:txXfrm>
    </dsp:sp>
    <dsp:sp modelId="{ED3120DD-4CDA-49C5-84E1-D51D5B746720}">
      <dsp:nvSpPr>
        <dsp:cNvPr id="0" name=""/>
        <dsp:cNvSpPr/>
      </dsp:nvSpPr>
      <dsp:spPr>
        <a:xfrm>
          <a:off x="5351383" y="794338"/>
          <a:ext cx="2189202" cy="139014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79186F-D7BC-40F5-81AF-AAF143E6EEBE}">
      <dsp:nvSpPr>
        <dsp:cNvPr id="0" name=""/>
        <dsp:cNvSpPr/>
      </dsp:nvSpPr>
      <dsp:spPr>
        <a:xfrm>
          <a:off x="5594627" y="1025420"/>
          <a:ext cx="2189202" cy="139014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Need for robust ML solution that minimizes false negatives.</a:t>
          </a:r>
        </a:p>
      </dsp:txBody>
      <dsp:txXfrm>
        <a:off x="5635343" y="1066136"/>
        <a:ext cx="2107770" cy="13087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0A4322-6397-4D53-A5E0-74860F0541DB}">
      <dsp:nvSpPr>
        <dsp:cNvPr id="0" name=""/>
        <dsp:cNvSpPr/>
      </dsp:nvSpPr>
      <dsp:spPr>
        <a:xfrm>
          <a:off x="0" y="0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Source: Kaggle – Credit Card Fraud Dataset</a:t>
          </a:r>
        </a:p>
      </dsp:txBody>
      <dsp:txXfrm>
        <a:off x="19451" y="19451"/>
        <a:ext cx="5516512" cy="625190"/>
      </dsp:txXfrm>
    </dsp:sp>
    <dsp:sp modelId="{561C95F1-4810-48BC-BAE7-5C8498683B73}">
      <dsp:nvSpPr>
        <dsp:cNvPr id="0" name=""/>
        <dsp:cNvSpPr/>
      </dsp:nvSpPr>
      <dsp:spPr>
        <a:xfrm>
          <a:off x="471262" y="756328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Records: 284,807 transactions</a:t>
          </a:r>
        </a:p>
      </dsp:txBody>
      <dsp:txXfrm>
        <a:off x="490713" y="775779"/>
        <a:ext cx="5368995" cy="625190"/>
      </dsp:txXfrm>
    </dsp:sp>
    <dsp:sp modelId="{15C79E08-F5DD-4438-B31E-51F013F9E903}">
      <dsp:nvSpPr>
        <dsp:cNvPr id="0" name=""/>
        <dsp:cNvSpPr/>
      </dsp:nvSpPr>
      <dsp:spPr>
        <a:xfrm>
          <a:off x="942525" y="1512656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Fraud cases: 492</a:t>
          </a:r>
        </a:p>
      </dsp:txBody>
      <dsp:txXfrm>
        <a:off x="961976" y="1532107"/>
        <a:ext cx="5368995" cy="625190"/>
      </dsp:txXfrm>
    </dsp:sp>
    <dsp:sp modelId="{D5270EAF-F9F3-4502-8193-705EC7163613}">
      <dsp:nvSpPr>
        <dsp:cNvPr id="0" name=""/>
        <dsp:cNvSpPr/>
      </dsp:nvSpPr>
      <dsp:spPr>
        <a:xfrm>
          <a:off x="1413787" y="2268984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Features: 28 anonymized PCA components + Time + Amount</a:t>
          </a:r>
        </a:p>
      </dsp:txBody>
      <dsp:txXfrm>
        <a:off x="1433238" y="2288435"/>
        <a:ext cx="5368995" cy="625190"/>
      </dsp:txXfrm>
    </dsp:sp>
    <dsp:sp modelId="{0F7B778F-50BB-4E7B-8392-5AE55015BD33}">
      <dsp:nvSpPr>
        <dsp:cNvPr id="0" name=""/>
        <dsp:cNvSpPr/>
      </dsp:nvSpPr>
      <dsp:spPr>
        <a:xfrm>
          <a:off x="1885050" y="3025312"/>
          <a:ext cx="6310820" cy="664092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Target: Class (0 = Normal, 1 = Fraud)</a:t>
          </a:r>
        </a:p>
      </dsp:txBody>
      <dsp:txXfrm>
        <a:off x="1904501" y="3044763"/>
        <a:ext cx="5368995" cy="625190"/>
      </dsp:txXfrm>
    </dsp:sp>
    <dsp:sp modelId="{DBB3BD81-F58D-4EDE-A142-F042179EF8B8}">
      <dsp:nvSpPr>
        <dsp:cNvPr id="0" name=""/>
        <dsp:cNvSpPr/>
      </dsp:nvSpPr>
      <dsp:spPr>
        <a:xfrm>
          <a:off x="5879160" y="485156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5976283" y="485156"/>
        <a:ext cx="237414" cy="324824"/>
      </dsp:txXfrm>
    </dsp:sp>
    <dsp:sp modelId="{C9275EC2-3215-495A-886E-004F0A9D1891}">
      <dsp:nvSpPr>
        <dsp:cNvPr id="0" name=""/>
        <dsp:cNvSpPr/>
      </dsp:nvSpPr>
      <dsp:spPr>
        <a:xfrm>
          <a:off x="6350422" y="124148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447545" y="1241484"/>
        <a:ext cx="237414" cy="324824"/>
      </dsp:txXfrm>
    </dsp:sp>
    <dsp:sp modelId="{42536E5B-2831-4B38-91D0-CD12A9E5A00A}">
      <dsp:nvSpPr>
        <dsp:cNvPr id="0" name=""/>
        <dsp:cNvSpPr/>
      </dsp:nvSpPr>
      <dsp:spPr>
        <a:xfrm>
          <a:off x="6821685" y="1986744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6918808" y="1986744"/>
        <a:ext cx="237414" cy="324824"/>
      </dsp:txXfrm>
    </dsp:sp>
    <dsp:sp modelId="{673CD889-A33C-40B8-8A05-9B3C7F894C95}">
      <dsp:nvSpPr>
        <dsp:cNvPr id="0" name=""/>
        <dsp:cNvSpPr/>
      </dsp:nvSpPr>
      <dsp:spPr>
        <a:xfrm>
          <a:off x="7292948" y="2750451"/>
          <a:ext cx="431660" cy="43166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390071" y="2750451"/>
        <a:ext cx="237414" cy="3248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3DB8FC-6C05-42F9-BFFD-897DD94B2AD5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E0C2DB-EC15-44EC-B6FA-9BB238130545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9D09FB-E8F4-4F21-A0FA-6D721660C99C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Imbalanced Data (Severe class imbalance)</a:t>
          </a:r>
        </a:p>
      </dsp:txBody>
      <dsp:txXfrm>
        <a:off x="1357965" y="2319"/>
        <a:ext cx="3325983" cy="1175727"/>
      </dsp:txXfrm>
    </dsp:sp>
    <dsp:sp modelId="{66E808B8-97F5-4672-BB79-883954E07747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D8CFAC-C889-47B5-AC8C-5CE86E3819F0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8D5FCF-C7F9-4C4A-9B4D-A0D6347CDF4B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Feature Interpretability (Due to PCA)</a:t>
          </a:r>
        </a:p>
      </dsp:txBody>
      <dsp:txXfrm>
        <a:off x="1357965" y="1471979"/>
        <a:ext cx="3325983" cy="1175727"/>
      </dsp:txXfrm>
    </dsp:sp>
    <dsp:sp modelId="{4A0B68D5-C7BB-44CE-A1FB-1406FC7747C0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FC0C4B-AFB1-4750-9EA0-0A6003B76B96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096133-00B2-4399-828F-ADB72AB1E80A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Overfitting Risks (Especially with ensemble models)</a:t>
          </a:r>
        </a:p>
      </dsp:txBody>
      <dsp:txXfrm>
        <a:off x="1357965" y="2941639"/>
        <a:ext cx="3325983" cy="1175727"/>
      </dsp:txXfrm>
    </dsp:sp>
    <dsp:sp modelId="{0E483C74-2785-4445-97D2-AD1F4A12C696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036148-3DD3-4412-A90F-21784D2874E4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ADFAF2-4C9F-4A4E-9074-FC76FC8419CC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Real-time Detection Considerations</a:t>
          </a:r>
        </a:p>
      </dsp:txBody>
      <dsp:txXfrm>
        <a:off x="1357965" y="4411299"/>
        <a:ext cx="3325983" cy="117572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A05ED-97E5-49DF-BCB0-209FA8813058}">
      <dsp:nvSpPr>
        <dsp:cNvPr id="0" name=""/>
        <dsp:cNvSpPr/>
      </dsp:nvSpPr>
      <dsp:spPr>
        <a:xfrm>
          <a:off x="3212678" y="1298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Scaled 'Time' and 'Amount' with StandardScaler</a:t>
          </a:r>
        </a:p>
      </dsp:txBody>
      <dsp:txXfrm>
        <a:off x="3663739" y="1298"/>
        <a:ext cx="902121" cy="1488500"/>
      </dsp:txXfrm>
    </dsp:sp>
    <dsp:sp modelId="{558E6D3A-BE38-46AC-9085-FFF66CDBBFA3}">
      <dsp:nvSpPr>
        <dsp:cNvPr id="0" name=""/>
        <dsp:cNvSpPr/>
      </dsp:nvSpPr>
      <dsp:spPr>
        <a:xfrm rot="5400000">
          <a:off x="4572239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Split data (80% train / 20% test) with stratification</a:t>
          </a:r>
        </a:p>
      </dsp:txBody>
      <dsp:txXfrm rot="-5400000">
        <a:off x="4887983" y="1811920"/>
        <a:ext cx="1488500" cy="902121"/>
      </dsp:txXfrm>
    </dsp:sp>
    <dsp:sp modelId="{315175FD-EB88-4235-8368-4BE26329C084}">
      <dsp:nvSpPr>
        <dsp:cNvPr id="0" name=""/>
        <dsp:cNvSpPr/>
      </dsp:nvSpPr>
      <dsp:spPr>
        <a:xfrm rot="10800000">
          <a:off x="3212678" y="2720420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Applied SMOTE to training data only</a:t>
          </a:r>
        </a:p>
      </dsp:txBody>
      <dsp:txXfrm rot="10800000">
        <a:off x="3663739" y="3036163"/>
        <a:ext cx="902121" cy="1488500"/>
      </dsp:txXfrm>
    </dsp:sp>
    <dsp:sp modelId="{BFB3A97E-E669-44C2-ABEF-AC377BD6A3B6}">
      <dsp:nvSpPr>
        <dsp:cNvPr id="0" name=""/>
        <dsp:cNvSpPr/>
      </dsp:nvSpPr>
      <dsp:spPr>
        <a:xfrm rot="16200000">
          <a:off x="1853117" y="1360859"/>
          <a:ext cx="1804243" cy="180424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Handled imbalance while preserving distribution</a:t>
          </a:r>
        </a:p>
      </dsp:txBody>
      <dsp:txXfrm rot="5400000">
        <a:off x="1853118" y="1811920"/>
        <a:ext cx="1488500" cy="90212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AFAB47-BDCF-4A37-A18F-0D8D85EBD286}">
      <dsp:nvSpPr>
        <dsp:cNvPr id="0" name=""/>
        <dsp:cNvSpPr/>
      </dsp:nvSpPr>
      <dsp:spPr>
        <a:xfrm>
          <a:off x="507050" y="907128"/>
          <a:ext cx="1372500" cy="13725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04A116-A126-4C2C-B820-13546529C234}">
      <dsp:nvSpPr>
        <dsp:cNvPr id="0" name=""/>
        <dsp:cNvSpPr/>
      </dsp:nvSpPr>
      <dsp:spPr>
        <a:xfrm>
          <a:off x="799551" y="1199628"/>
          <a:ext cx="787500" cy="787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C7B2C-3F2E-40E2-BFD8-5C0B5DD6C84D}">
      <dsp:nvSpPr>
        <dsp:cNvPr id="0" name=""/>
        <dsp:cNvSpPr/>
      </dsp:nvSpPr>
      <dsp:spPr>
        <a:xfrm>
          <a:off x="68300" y="2707128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Fraud vs Non-fraud transaction amount distribution</a:t>
          </a:r>
        </a:p>
      </dsp:txBody>
      <dsp:txXfrm>
        <a:off x="68300" y="2707128"/>
        <a:ext cx="2250000" cy="720000"/>
      </dsp:txXfrm>
    </dsp:sp>
    <dsp:sp modelId="{7D63F8D9-434C-4DB6-A042-285A95864501}">
      <dsp:nvSpPr>
        <dsp:cNvPr id="0" name=""/>
        <dsp:cNvSpPr/>
      </dsp:nvSpPr>
      <dsp:spPr>
        <a:xfrm>
          <a:off x="3150801" y="907128"/>
          <a:ext cx="1372500" cy="13725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D953B6-6D30-4529-B5CB-B8D3943C022C}">
      <dsp:nvSpPr>
        <dsp:cNvPr id="0" name=""/>
        <dsp:cNvSpPr/>
      </dsp:nvSpPr>
      <dsp:spPr>
        <a:xfrm>
          <a:off x="3443301" y="1199628"/>
          <a:ext cx="787500" cy="787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CA3983-76E6-4E95-8523-0874B71C6BD1}">
      <dsp:nvSpPr>
        <dsp:cNvPr id="0" name=""/>
        <dsp:cNvSpPr/>
      </dsp:nvSpPr>
      <dsp:spPr>
        <a:xfrm>
          <a:off x="2712051" y="2707128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Time-based transaction frequency plot</a:t>
          </a:r>
        </a:p>
      </dsp:txBody>
      <dsp:txXfrm>
        <a:off x="2712051" y="2707128"/>
        <a:ext cx="2250000" cy="720000"/>
      </dsp:txXfrm>
    </dsp:sp>
    <dsp:sp modelId="{11DE8EEF-AA4C-455E-85BB-1AC9232EBB38}">
      <dsp:nvSpPr>
        <dsp:cNvPr id="0" name=""/>
        <dsp:cNvSpPr/>
      </dsp:nvSpPr>
      <dsp:spPr>
        <a:xfrm>
          <a:off x="5794550" y="907128"/>
          <a:ext cx="1372500" cy="13725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4CF736-1A36-4ED8-872B-5B0AB9DF56A3}">
      <dsp:nvSpPr>
        <dsp:cNvPr id="0" name=""/>
        <dsp:cNvSpPr/>
      </dsp:nvSpPr>
      <dsp:spPr>
        <a:xfrm>
          <a:off x="6087050" y="1199628"/>
          <a:ext cx="787500" cy="7875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97B500-1602-404F-8DB7-2EA93FD5AC4C}">
      <dsp:nvSpPr>
        <dsp:cNvPr id="0" name=""/>
        <dsp:cNvSpPr/>
      </dsp:nvSpPr>
      <dsp:spPr>
        <a:xfrm>
          <a:off x="5355800" y="2707128"/>
          <a:ext cx="225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Observations: Fraud occurs across all ranges and timeframes</a:t>
          </a:r>
        </a:p>
      </dsp:txBody>
      <dsp:txXfrm>
        <a:off x="5355800" y="2707128"/>
        <a:ext cx="225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F8779D-3AA8-449E-87EF-439F5503C9DC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FDD99-A4C5-4326-AB3C-AB033758A50C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3F1167-0336-4F2B-A376-721D3E3A3B04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Logistic Regression: Simple, interpretable baseline</a:t>
          </a:r>
        </a:p>
      </dsp:txBody>
      <dsp:txXfrm>
        <a:off x="1493203" y="552"/>
        <a:ext cx="6736396" cy="1292816"/>
      </dsp:txXfrm>
    </dsp:sp>
    <dsp:sp modelId="{B34E9B12-2CDB-4489-A3D1-160536CEBF21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5AF912-3E15-468F-B50D-DDBA43C15E41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606852-A835-4B06-8E26-631F710B2003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Random Forest Classifier: Powerful ensemble model</a:t>
          </a:r>
        </a:p>
      </dsp:txBody>
      <dsp:txXfrm>
        <a:off x="1493203" y="1616573"/>
        <a:ext cx="6736396" cy="1292816"/>
      </dsp:txXfrm>
    </dsp:sp>
    <dsp:sp modelId="{F56487FF-7D66-4F0E-A8CF-56F8DC71C8D3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D36010-3704-45EA-A3CE-84AD211F3495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3E7A1D-C5BA-4857-9C12-8D44542D27CA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Chosen for: Accuracy, interpretability (LR) and performance (RF)</a:t>
          </a:r>
        </a:p>
      </dsp:txBody>
      <dsp:txXfrm>
        <a:off x="1493203" y="3232593"/>
        <a:ext cx="6736396" cy="12928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91E22F-0277-42F5-9C78-710902BFCC35}">
      <dsp:nvSpPr>
        <dsp:cNvPr id="0" name=""/>
        <dsp:cNvSpPr/>
      </dsp:nvSpPr>
      <dsp:spPr>
        <a:xfrm>
          <a:off x="1088652" y="1381638"/>
          <a:ext cx="754945" cy="75494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7D7CDC-A76D-4C22-A417-4B3E89D8D04C}">
      <dsp:nvSpPr>
        <dsp:cNvPr id="0" name=""/>
        <dsp:cNvSpPr/>
      </dsp:nvSpPr>
      <dsp:spPr>
        <a:xfrm>
          <a:off x="1247190" y="1540177"/>
          <a:ext cx="437868" cy="43786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FAC05E-77FA-4D7D-93ED-CAB804AFD2A1}">
      <dsp:nvSpPr>
        <dsp:cNvPr id="0" name=""/>
        <dsp:cNvSpPr/>
      </dsp:nvSpPr>
      <dsp:spPr>
        <a:xfrm>
          <a:off x="2005372" y="1381638"/>
          <a:ext cx="1779515" cy="754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SMOTE: Synthetic Minority Oversampling Technique</a:t>
          </a:r>
        </a:p>
      </dsp:txBody>
      <dsp:txXfrm>
        <a:off x="2005372" y="1381638"/>
        <a:ext cx="1779515" cy="754945"/>
      </dsp:txXfrm>
    </dsp:sp>
    <dsp:sp modelId="{E75E7B58-FAC4-4BD6-BC2B-33728CF06029}">
      <dsp:nvSpPr>
        <dsp:cNvPr id="0" name=""/>
        <dsp:cNvSpPr/>
      </dsp:nvSpPr>
      <dsp:spPr>
        <a:xfrm>
          <a:off x="4094954" y="1381638"/>
          <a:ext cx="754945" cy="75494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F14058-A2E6-4E62-B634-EEB74FF08D1A}">
      <dsp:nvSpPr>
        <dsp:cNvPr id="0" name=""/>
        <dsp:cNvSpPr/>
      </dsp:nvSpPr>
      <dsp:spPr>
        <a:xfrm>
          <a:off x="4253493" y="1540177"/>
          <a:ext cx="437868" cy="43786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C0E0D4-C4CF-47FF-83FE-11837B7B8227}">
      <dsp:nvSpPr>
        <dsp:cNvPr id="0" name=""/>
        <dsp:cNvSpPr/>
      </dsp:nvSpPr>
      <dsp:spPr>
        <a:xfrm>
          <a:off x="5011674" y="1381638"/>
          <a:ext cx="1779515" cy="754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Goal: Increase fraud cases synthetically in training data</a:t>
          </a:r>
        </a:p>
      </dsp:txBody>
      <dsp:txXfrm>
        <a:off x="5011674" y="1381638"/>
        <a:ext cx="1779515" cy="754945"/>
      </dsp:txXfrm>
    </dsp:sp>
    <dsp:sp modelId="{67352427-5839-4E20-B379-E409D5E5A320}">
      <dsp:nvSpPr>
        <dsp:cNvPr id="0" name=""/>
        <dsp:cNvSpPr/>
      </dsp:nvSpPr>
      <dsp:spPr>
        <a:xfrm>
          <a:off x="1088652" y="2448361"/>
          <a:ext cx="754945" cy="75494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DAB932-7F80-4D62-901C-58CE1E9BFB85}">
      <dsp:nvSpPr>
        <dsp:cNvPr id="0" name=""/>
        <dsp:cNvSpPr/>
      </dsp:nvSpPr>
      <dsp:spPr>
        <a:xfrm>
          <a:off x="1247190" y="2606899"/>
          <a:ext cx="437868" cy="43786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A9341-0074-4AEA-84CC-78DECDF4EE19}">
      <dsp:nvSpPr>
        <dsp:cNvPr id="0" name=""/>
        <dsp:cNvSpPr/>
      </dsp:nvSpPr>
      <dsp:spPr>
        <a:xfrm>
          <a:off x="2005372" y="2448361"/>
          <a:ext cx="1779515" cy="7549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Result: Better model learning, reduced bias toward majority class</a:t>
          </a:r>
        </a:p>
      </dsp:txBody>
      <dsp:txXfrm>
        <a:off x="2005372" y="2448361"/>
        <a:ext cx="1779515" cy="75494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8DD616-3491-4372-968B-D1C616C51248}">
      <dsp:nvSpPr>
        <dsp:cNvPr id="0" name=""/>
        <dsp:cNvSpPr/>
      </dsp:nvSpPr>
      <dsp:spPr>
        <a:xfrm>
          <a:off x="0" y="2128167"/>
          <a:ext cx="4718785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A8232-680A-483C-BB9B-BAD52DD84593}">
      <dsp:nvSpPr>
        <dsp:cNvPr id="0" name=""/>
        <dsp:cNvSpPr/>
      </dsp:nvSpPr>
      <dsp:spPr>
        <a:xfrm>
          <a:off x="235939" y="1951047"/>
          <a:ext cx="3303149" cy="3542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851" tIns="0" rIns="12485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Accuracy alone is misleading in imbalanced data</a:t>
          </a:r>
        </a:p>
      </dsp:txBody>
      <dsp:txXfrm>
        <a:off x="253232" y="1968340"/>
        <a:ext cx="3268563" cy="319654"/>
      </dsp:txXfrm>
    </dsp:sp>
    <dsp:sp modelId="{94EC2FF2-CF66-46F5-B84E-C9B03DEF4C6C}">
      <dsp:nvSpPr>
        <dsp:cNvPr id="0" name=""/>
        <dsp:cNvSpPr/>
      </dsp:nvSpPr>
      <dsp:spPr>
        <a:xfrm>
          <a:off x="0" y="2672487"/>
          <a:ext cx="4718785" cy="90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66230" tIns="249936" rIns="366230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Precision, Recall, F1-Score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Confusion Matrix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ROC-AUC Score</a:t>
          </a:r>
        </a:p>
      </dsp:txBody>
      <dsp:txXfrm>
        <a:off x="0" y="2672487"/>
        <a:ext cx="4718785" cy="907200"/>
      </dsp:txXfrm>
    </dsp:sp>
    <dsp:sp modelId="{BB8CD49A-B289-445D-BF9D-E7A6C43707F2}">
      <dsp:nvSpPr>
        <dsp:cNvPr id="0" name=""/>
        <dsp:cNvSpPr/>
      </dsp:nvSpPr>
      <dsp:spPr>
        <a:xfrm>
          <a:off x="235939" y="2495367"/>
          <a:ext cx="3303149" cy="35424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4851" tIns="0" rIns="12485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Metrics used:</a:t>
          </a:r>
        </a:p>
      </dsp:txBody>
      <dsp:txXfrm>
        <a:off x="253232" y="2512660"/>
        <a:ext cx="3268563" cy="31965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E8ACAA-1EAB-49C1-A851-7B2A40666CEE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07075B-AF15-466E-BE80-2168790610C6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6B70EE-F563-4457-B769-DF190A027243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SMOTE was key in boosting fraud detection performance</a:t>
          </a:r>
          <a:endParaRPr lang="en-US" sz="1200" kern="1200"/>
        </a:p>
      </dsp:txBody>
      <dsp:txXfrm>
        <a:off x="2092" y="2524067"/>
        <a:ext cx="1741992" cy="696796"/>
      </dsp:txXfrm>
    </dsp:sp>
    <dsp:sp modelId="{D61F6159-1BA8-4A31-B421-5C67C0FF28E8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43A139-C01F-4DA1-A560-2A0FDDD5BD69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2CFEBC-404D-4ADF-8FB6-8DAEC61D48BC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Random Forest performed best but may overfit</a:t>
          </a:r>
          <a:endParaRPr lang="en-US" sz="1200" kern="1200"/>
        </a:p>
      </dsp:txBody>
      <dsp:txXfrm>
        <a:off x="2048933" y="2524067"/>
        <a:ext cx="1741992" cy="696796"/>
      </dsp:txXfrm>
    </dsp:sp>
    <dsp:sp modelId="{DAD4D4EF-50ED-41CB-AF9B-290922D465BF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927823-906C-45D2-AA8A-67B49B32FCBD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390972-58C9-4D3C-A269-8E580922E096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Logistic Regression offered transparency and interpretability</a:t>
          </a:r>
          <a:endParaRPr lang="en-US" sz="1200" kern="1200"/>
        </a:p>
      </dsp:txBody>
      <dsp:txXfrm>
        <a:off x="4095774" y="2524067"/>
        <a:ext cx="1741992" cy="696796"/>
      </dsp:txXfrm>
    </dsp:sp>
    <dsp:sp modelId="{E6AF8ADF-C5F6-4CDA-BE65-FEAA0470C1EA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2A2BA4E-C4C6-4F7A-B9DA-EF394E36AA05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073ED4-7DAF-4247-B3AC-62BDD2C5D84B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b="0" i="0" kern="1200" baseline="0"/>
            <a:t>Trade-off between accuracy and explainability </a:t>
          </a:r>
          <a:endParaRPr lang="en-US" sz="1200" kern="1200"/>
        </a:p>
      </dsp:txBody>
      <dsp:txXfrm>
        <a:off x="6142615" y="2524067"/>
        <a:ext cx="1741992" cy="69679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B4F179-9C1E-4E7E-B8EC-BC25157B5307}">
      <dsp:nvSpPr>
        <dsp:cNvPr id="0" name=""/>
        <dsp:cNvSpPr/>
      </dsp:nvSpPr>
      <dsp:spPr>
        <a:xfrm>
          <a:off x="1577340" y="2007"/>
          <a:ext cx="6309360" cy="104002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264167" rIns="122419" bIns="26416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Add more models (XGBoost, LightGBM)</a:t>
          </a:r>
        </a:p>
      </dsp:txBody>
      <dsp:txXfrm>
        <a:off x="1577340" y="2007"/>
        <a:ext cx="6309360" cy="1040029"/>
      </dsp:txXfrm>
    </dsp:sp>
    <dsp:sp modelId="{C5B02E4A-C6BF-4B75-8CD8-A3F46384AE99}">
      <dsp:nvSpPr>
        <dsp:cNvPr id="0" name=""/>
        <dsp:cNvSpPr/>
      </dsp:nvSpPr>
      <dsp:spPr>
        <a:xfrm>
          <a:off x="0" y="2007"/>
          <a:ext cx="1577340" cy="104002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468" tIns="102732" rIns="83468" bIns="102732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Add</a:t>
          </a:r>
        </a:p>
      </dsp:txBody>
      <dsp:txXfrm>
        <a:off x="0" y="2007"/>
        <a:ext cx="1577340" cy="1040029"/>
      </dsp:txXfrm>
    </dsp:sp>
    <dsp:sp modelId="{59919A53-0997-4B63-B6C0-736D2DF3A396}">
      <dsp:nvSpPr>
        <dsp:cNvPr id="0" name=""/>
        <dsp:cNvSpPr/>
      </dsp:nvSpPr>
      <dsp:spPr>
        <a:xfrm>
          <a:off x="1577340" y="1104438"/>
          <a:ext cx="6309360" cy="1040029"/>
        </a:xfrm>
        <a:prstGeom prst="rect">
          <a:avLst/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264167" rIns="122419" bIns="26416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 SHAP for feature importance explanations</a:t>
          </a:r>
        </a:p>
      </dsp:txBody>
      <dsp:txXfrm>
        <a:off x="1577340" y="1104438"/>
        <a:ext cx="6309360" cy="1040029"/>
      </dsp:txXfrm>
    </dsp:sp>
    <dsp:sp modelId="{2B836995-C0F5-4A3C-8324-0DF1F5FAA9CA}">
      <dsp:nvSpPr>
        <dsp:cNvPr id="0" name=""/>
        <dsp:cNvSpPr/>
      </dsp:nvSpPr>
      <dsp:spPr>
        <a:xfrm>
          <a:off x="0" y="1104438"/>
          <a:ext cx="1577340" cy="1040029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468" tIns="102732" rIns="83468" bIns="102732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Use</a:t>
          </a:r>
        </a:p>
      </dsp:txBody>
      <dsp:txXfrm>
        <a:off x="0" y="1104438"/>
        <a:ext cx="1577340" cy="1040029"/>
      </dsp:txXfrm>
    </dsp:sp>
    <dsp:sp modelId="{3FD057D3-CBBD-42BD-A63F-FB472A7CF24A}">
      <dsp:nvSpPr>
        <dsp:cNvPr id="0" name=""/>
        <dsp:cNvSpPr/>
      </dsp:nvSpPr>
      <dsp:spPr>
        <a:xfrm>
          <a:off x="1577340" y="2206869"/>
          <a:ext cx="6309360" cy="1040029"/>
        </a:xfrm>
        <a:prstGeom prst="rect">
          <a:avLst/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264167" rIns="122419" bIns="26416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Implement real-time streaming detection</a:t>
          </a:r>
        </a:p>
      </dsp:txBody>
      <dsp:txXfrm>
        <a:off x="1577340" y="2206869"/>
        <a:ext cx="6309360" cy="1040029"/>
      </dsp:txXfrm>
    </dsp:sp>
    <dsp:sp modelId="{E4352FA3-858B-4CFD-B160-42E4B2555D91}">
      <dsp:nvSpPr>
        <dsp:cNvPr id="0" name=""/>
        <dsp:cNvSpPr/>
      </dsp:nvSpPr>
      <dsp:spPr>
        <a:xfrm>
          <a:off x="0" y="2206869"/>
          <a:ext cx="1577340" cy="1040029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468" tIns="102732" rIns="83468" bIns="102732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Implement</a:t>
          </a:r>
        </a:p>
      </dsp:txBody>
      <dsp:txXfrm>
        <a:off x="0" y="2206869"/>
        <a:ext cx="1577340" cy="1040029"/>
      </dsp:txXfrm>
    </dsp:sp>
    <dsp:sp modelId="{09AEAD90-1240-4A51-BC08-8F9393838EAB}">
      <dsp:nvSpPr>
        <dsp:cNvPr id="0" name=""/>
        <dsp:cNvSpPr/>
      </dsp:nvSpPr>
      <dsp:spPr>
        <a:xfrm>
          <a:off x="1577340" y="3309300"/>
          <a:ext cx="6309360" cy="1040029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19" tIns="264167" rIns="122419" bIns="264167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Integrate feedback loop for evolving fraud patterns </a:t>
          </a:r>
        </a:p>
      </dsp:txBody>
      <dsp:txXfrm>
        <a:off x="1577340" y="3309300"/>
        <a:ext cx="6309360" cy="1040029"/>
      </dsp:txXfrm>
    </dsp:sp>
    <dsp:sp modelId="{E212206E-872F-4893-B82F-B9094D168DDA}">
      <dsp:nvSpPr>
        <dsp:cNvPr id="0" name=""/>
        <dsp:cNvSpPr/>
      </dsp:nvSpPr>
      <dsp:spPr>
        <a:xfrm>
          <a:off x="0" y="3309300"/>
          <a:ext cx="1577340" cy="1040029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3468" tIns="102732" rIns="83468" bIns="102732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Integrate</a:t>
          </a:r>
        </a:p>
      </dsp:txBody>
      <dsp:txXfrm>
        <a:off x="0" y="3309300"/>
        <a:ext cx="1577340" cy="104002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D621D0-87AC-4BF1-B660-8BA8E36B3D79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F90A32-A913-4B45-9384-8D57C8A038F9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3D63A9-BF6E-4937-B07C-C26D623EF7FB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Built a strong fraud detection pipeline</a:t>
          </a:r>
          <a:endParaRPr lang="en-US" sz="2200" kern="1200"/>
        </a:p>
      </dsp:txBody>
      <dsp:txXfrm>
        <a:off x="1357965" y="2319"/>
        <a:ext cx="3325983" cy="1175727"/>
      </dsp:txXfrm>
    </dsp:sp>
    <dsp:sp modelId="{A6CF1006-C282-4091-9710-DFFFE0727148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6F0BD6-85E3-4A50-B872-5861710E7585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84218-BA63-4123-8711-645DF82FEB76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Achieved high AUC and precision using Random Forest + SMOTE</a:t>
          </a:r>
          <a:endParaRPr lang="en-US" sz="2200" kern="1200"/>
        </a:p>
      </dsp:txBody>
      <dsp:txXfrm>
        <a:off x="1357965" y="1471979"/>
        <a:ext cx="3325983" cy="1175727"/>
      </dsp:txXfrm>
    </dsp:sp>
    <dsp:sp modelId="{3F53E5FB-A5F4-46BC-B975-A09C66831B48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65EFC0-2904-4DC6-BB76-47EB927B5F86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01E26A-E8DA-4C56-9D7A-AF701AD1C0D4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Balanced performance and interpretability</a:t>
          </a:r>
          <a:endParaRPr lang="en-US" sz="2200" kern="1200"/>
        </a:p>
      </dsp:txBody>
      <dsp:txXfrm>
        <a:off x="1357965" y="2941639"/>
        <a:ext cx="3325983" cy="1175727"/>
      </dsp:txXfrm>
    </dsp:sp>
    <dsp:sp modelId="{0700D81A-2A54-49AA-B0C0-1507E2B8CD65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27C07C-046B-4BBF-A54C-82B4D8EC0F7F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85E869-4AEF-497C-83A6-7698A0374FA9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Open for questions! </a:t>
          </a:r>
          <a:endParaRPr lang="en-US" sz="2200" kern="1200"/>
        </a:p>
      </dsp:txBody>
      <dsp:txXfrm>
        <a:off x="1357965" y="4411299"/>
        <a:ext cx="3325983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2811F9-DFE7-5B27-E492-BDE48556D74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381500" y="6365240"/>
            <a:ext cx="412750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9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Aft>
                <a:spcPts val="800"/>
              </a:spcAft>
            </a:pPr>
            <a:r>
              <a:rPr lang="en-US" sz="33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Credit Card Fraud Detection using     Machine Learning</a:t>
            </a:r>
            <a:br>
              <a:rPr lang="en-US" sz="33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33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3300" b="1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CSCE 5380 – Data Mining</a:t>
            </a:r>
            <a:br>
              <a:rPr lang="en-US" sz="33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3300" kern="1200" dirty="0"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33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Team:</a:t>
            </a:r>
            <a:br>
              <a:rPr lang="en-US" sz="1500" dirty="0">
                <a:effectLst/>
              </a:rPr>
            </a:br>
            <a:r>
              <a:rPr lang="en-US" sz="1500" dirty="0">
                <a:effectLst/>
              </a:rPr>
              <a:t>       </a:t>
            </a: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Pavankumar </a:t>
            </a:r>
            <a:r>
              <a:rPr lang="en-US" sz="1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reddy</a:t>
            </a: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Akepati – 11656403</a:t>
            </a:r>
            <a:b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Sai Varshith Gandu – 11706319</a:t>
            </a:r>
            <a:b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Arnold Sam Kumar Maddela – 11712893</a:t>
            </a:r>
            <a:b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Naga </a:t>
            </a:r>
            <a:r>
              <a:rPr lang="en-US" sz="1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Manwita</a:t>
            </a: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Reddy </a:t>
            </a:r>
            <a:r>
              <a:rPr lang="en-US" sz="1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Vuribindi</a:t>
            </a: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11716639</a:t>
            </a:r>
            <a:b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Puneet </a:t>
            </a:r>
            <a:r>
              <a:rPr lang="en-US" sz="16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Puttu</a:t>
            </a:r>
            <a:r>
              <a:rPr lang="en-US" sz="16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11691685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3394DA-E684-47C2-9020-13225823F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06443"/>
          </a:xfrm>
        </p:spPr>
        <p:txBody>
          <a:bodyPr>
            <a:normAutofit/>
          </a:bodyPr>
          <a:lstStyle/>
          <a:p>
            <a:r>
              <a:rPr lang="en-US" sz="35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Project Overview</a:t>
            </a:r>
            <a:endParaRPr lang="en-IN" sz="3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6079F5-926F-9817-58CF-B30D868CAE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22" r="48414" b="-2"/>
          <a:stretch/>
        </p:blipFill>
        <p:spPr>
          <a:xfrm>
            <a:off x="5991969" y="1904282"/>
            <a:ext cx="2567320" cy="4224808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22375D-13EA-F446-C58A-77A4E5D5C1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4857883"/>
              </p:ext>
            </p:extLst>
          </p:nvPr>
        </p:nvGraphicFramePr>
        <p:xfrm>
          <a:off x="628650" y="1825625"/>
          <a:ext cx="5036058" cy="43034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59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723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US" sz="42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Problem</a:t>
            </a:r>
            <a:r>
              <a:rPr lang="en-US" sz="42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42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Statement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8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52E04B-6BD4-D017-833A-A5969844E0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9572294"/>
              </p:ext>
            </p:extLst>
          </p:nvPr>
        </p:nvGraphicFramePr>
        <p:xfrm>
          <a:off x="678451" y="3017519"/>
          <a:ext cx="778383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Dataset Description</a:t>
            </a:r>
            <a:endParaRPr lang="en-US" sz="35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135CB6-A4AD-96AC-412E-57416EBB36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687705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Challenges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61D9D2-5B60-5EDB-876D-8410792B66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3140480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Data Preprocessing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7ACA18-BB6E-2872-A744-496EF6997DA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09521"/>
            <a:ext cx="7674102" cy="1014984"/>
          </a:xfrm>
        </p:spPr>
        <p:txBody>
          <a:bodyPr>
            <a:normAutofit/>
          </a:bodyPr>
          <a:lstStyle/>
          <a:p>
            <a:r>
              <a:rPr lang="en-US" sz="35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Exploratory Data Analysis (EDA)</a:t>
            </a: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D86F69A-E52E-F6ED-4B60-1433BCC586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9850785"/>
              </p:ext>
            </p:extLst>
          </p:nvPr>
        </p:nvGraphicFramePr>
        <p:xfrm>
          <a:off x="836676" y="1673352"/>
          <a:ext cx="7674102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Model Selection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CD9883-6F54-B530-7125-F21BE76370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1312"/>
            <a:ext cx="7879842" cy="1010264"/>
          </a:xfrm>
        </p:spPr>
        <p:txBody>
          <a:bodyPr anchor="ctr"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SMOTE – Class Balancing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96012" cy="6314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380864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E8FEAB-46E9-6F4D-D154-122E07F5DC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5873561"/>
              </p:ext>
            </p:extLst>
          </p:nvPr>
        </p:nvGraphicFramePr>
        <p:xfrm>
          <a:off x="628650" y="1650222"/>
          <a:ext cx="7879842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n-US" sz="3400" b="1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Model Evaluation Metrics</a:t>
            </a:r>
            <a:endParaRPr lang="en-US" sz="34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3048F24E-1489-3537-4419-3F43E14C71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7153531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15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34644"/>
            <a:ext cx="7882128" cy="1076914"/>
          </a:xfrm>
        </p:spPr>
        <p:txBody>
          <a:bodyPr anchor="ctr">
            <a:normAutofit/>
          </a:bodyPr>
          <a:lstStyle/>
          <a:p>
            <a:r>
              <a:rPr lang="en-US" sz="35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Results Comparison</a:t>
            </a:r>
            <a:endParaRPr lang="en-US" sz="35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079" y="0"/>
            <a:ext cx="7879842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1512994"/>
            <a:ext cx="787984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51F6E4-0F3F-4819-02E8-8D516D8673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005386"/>
              </p:ext>
            </p:extLst>
          </p:nvPr>
        </p:nvGraphicFramePr>
        <p:xfrm>
          <a:off x="628650" y="2638053"/>
          <a:ext cx="7879845" cy="27340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39788">
                  <a:extLst>
                    <a:ext uri="{9D8B030D-6E8A-4147-A177-3AD203B41FA5}">
                      <a16:colId xmlns:a16="http://schemas.microsoft.com/office/drawing/2014/main" val="531442402"/>
                    </a:ext>
                  </a:extLst>
                </a:gridCol>
                <a:gridCol w="1462393">
                  <a:extLst>
                    <a:ext uri="{9D8B030D-6E8A-4147-A177-3AD203B41FA5}">
                      <a16:colId xmlns:a16="http://schemas.microsoft.com/office/drawing/2014/main" val="3279337450"/>
                    </a:ext>
                  </a:extLst>
                </a:gridCol>
                <a:gridCol w="1459277">
                  <a:extLst>
                    <a:ext uri="{9D8B030D-6E8A-4147-A177-3AD203B41FA5}">
                      <a16:colId xmlns:a16="http://schemas.microsoft.com/office/drawing/2014/main" val="3588155049"/>
                    </a:ext>
                  </a:extLst>
                </a:gridCol>
                <a:gridCol w="1060328">
                  <a:extLst>
                    <a:ext uri="{9D8B030D-6E8A-4147-A177-3AD203B41FA5}">
                      <a16:colId xmlns:a16="http://schemas.microsoft.com/office/drawing/2014/main" val="4092488400"/>
                    </a:ext>
                  </a:extLst>
                </a:gridCol>
                <a:gridCol w="1013577">
                  <a:extLst>
                    <a:ext uri="{9D8B030D-6E8A-4147-A177-3AD203B41FA5}">
                      <a16:colId xmlns:a16="http://schemas.microsoft.com/office/drawing/2014/main" val="619518507"/>
                    </a:ext>
                  </a:extLst>
                </a:gridCol>
                <a:gridCol w="1144482">
                  <a:extLst>
                    <a:ext uri="{9D8B030D-6E8A-4147-A177-3AD203B41FA5}">
                      <a16:colId xmlns:a16="http://schemas.microsoft.com/office/drawing/2014/main" val="2432353280"/>
                    </a:ext>
                  </a:extLst>
                </a:gridCol>
              </a:tblGrid>
              <a:tr h="91134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Model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Accuracy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Precision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Recall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F1-Score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ROC-AUC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extLst>
                  <a:ext uri="{0D108BD9-81ED-4DB2-BD59-A6C34878D82A}">
                    <a16:rowId xmlns:a16="http://schemas.microsoft.com/office/drawing/2014/main" val="3984202677"/>
                  </a:ext>
                </a:extLst>
              </a:tr>
              <a:tr h="911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Logistic Regression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0.97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0.94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0.85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0.89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0.96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extLst>
                  <a:ext uri="{0D108BD9-81ED-4DB2-BD59-A6C34878D82A}">
                    <a16:rowId xmlns:a16="http://schemas.microsoft.com/office/drawing/2014/main" val="1647509018"/>
                  </a:ext>
                </a:extLst>
              </a:tr>
              <a:tr h="9113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Random Forest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0.99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0.99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0.99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0.99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400" kern="0">
                          <a:effectLst/>
                        </a:rPr>
                        <a:t>0.9768</a:t>
                      </a:r>
                      <a:endParaRPr lang="en-IN" sz="2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701" marR="18701" marT="18701" marB="18701" anchor="ctr"/>
                </a:tc>
                <a:extLst>
                  <a:ext uri="{0D108BD9-81ED-4DB2-BD59-A6C34878D82A}">
                    <a16:rowId xmlns:a16="http://schemas.microsoft.com/office/drawing/2014/main" val="8750570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B70F1-A71B-0EF8-77F5-61F04F8A4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11F4C-2781-B3BF-2833-683E0E63B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 b="1" kern="1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Discussion &amp; Insights</a:t>
            </a:r>
            <a:br>
              <a:rPr lang="en-US" sz="3100" kern="10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US" sz="31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D269BBA-126A-40F3-B5A0-7AD035A5EA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893799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844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E2B3C0C-E0E0-1254-8EA7-4559BB49EDB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Future Enhancements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3999B876-C53C-1FE2-5D65-3EB08546F7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573963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2AE85-D471-2692-853B-2FC807743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81472-0AAF-533B-CE2D-72129D0A1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b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Conclusion &amp; Q&amp;A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39FBB9A-3556-D424-57CA-ABCDAF0C88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218571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1997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C2065B-99E6-B17F-DC59-DC5DB80C7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825" y="735283"/>
            <a:ext cx="3733800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434FAC82-CC09-6308-B853-9F67EC320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81B9CD24-6E6B-4266-A3C6-22C78400A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9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af293e6-3850-4258-b2c7-0aa0e3bfa7d9}" enabled="1" method="Privileged" siteId="{b9fec68c-c92d-461e-9a97-3d03a0f18b82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444</Words>
  <Application>Microsoft Office PowerPoint</Application>
  <PresentationFormat>On-screen Show (4:3)</PresentationFormat>
  <Paragraphs>84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Office Theme</vt:lpstr>
      <vt:lpstr>Credit Card Fraud Detection using     Machine Learning  CSCE 5380 – Data Mining  </vt:lpstr>
      <vt:lpstr>Project Overview</vt:lpstr>
      <vt:lpstr>Problem Statement</vt:lpstr>
      <vt:lpstr>Dataset Description</vt:lpstr>
      <vt:lpstr>Challenges</vt:lpstr>
      <vt:lpstr>Data Preprocessing</vt:lpstr>
      <vt:lpstr>Exploratory Data Analysis (EDA)</vt:lpstr>
      <vt:lpstr>Model Selection</vt:lpstr>
      <vt:lpstr>SMOTE – Class Balancing</vt:lpstr>
      <vt:lpstr>Model Evaluation Metrics</vt:lpstr>
      <vt:lpstr>Results Comparison</vt:lpstr>
      <vt:lpstr>Discussion &amp; Insights </vt:lpstr>
      <vt:lpstr>Future Enhancements</vt:lpstr>
      <vt:lpstr>Conclusion &amp; Q&amp;A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Pavan Akepati</dc:creator>
  <cp:keywords/>
  <dc:description>generated using python-pptx</dc:description>
  <cp:lastModifiedBy>Pavan Akepati</cp:lastModifiedBy>
  <cp:revision>4</cp:revision>
  <dcterms:created xsi:type="dcterms:W3CDTF">2013-01-27T09:14:16Z</dcterms:created>
  <dcterms:modified xsi:type="dcterms:W3CDTF">2025-04-23T13:31:29Z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Internal</vt:lpwstr>
  </property>
</Properties>
</file>